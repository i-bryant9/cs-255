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8" r:id="rId2"/>
    <p:sldId id="260" r:id="rId3"/>
    <p:sldId id="261" r:id="rId4"/>
    <p:sldId id="267" r:id="rId5"/>
    <p:sldId id="268" r:id="rId6"/>
    <p:sldId id="269" r:id="rId7"/>
    <p:sldId id="263" r:id="rId8"/>
    <p:sldId id="265" r:id="rId9"/>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90734" autoAdjust="0"/>
  </p:normalViewPr>
  <p:slideViewPr>
    <p:cSldViewPr snapToGrid="0">
      <p:cViewPr varScale="1">
        <p:scale>
          <a:sx n="74" d="100"/>
          <a:sy n="74" d="100"/>
        </p:scale>
        <p:origin x="86"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B422BD-0320-4054-90F8-EF304B7E8BC7}"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D67459A4-CBF6-4914-8059-B6CA421E3178}">
      <dgm:prSet/>
      <dgm:spPr/>
      <dgm:t>
        <a:bodyPr/>
        <a:lstStyle/>
        <a:p>
          <a:r>
            <a:rPr lang="en-US" u="sng"/>
            <a:t>Functional requirements</a:t>
          </a:r>
          <a:endParaRPr lang="en-US"/>
        </a:p>
      </dgm:t>
    </dgm:pt>
    <dgm:pt modelId="{D4301855-0974-485F-B896-42B7C9D814C3}" type="parTrans" cxnId="{9E98926B-B94A-43B2-B35A-EE51BA778A16}">
      <dgm:prSet/>
      <dgm:spPr/>
      <dgm:t>
        <a:bodyPr/>
        <a:lstStyle/>
        <a:p>
          <a:endParaRPr lang="en-US"/>
        </a:p>
      </dgm:t>
    </dgm:pt>
    <dgm:pt modelId="{A1725F8E-AE10-4593-986C-59B69C4F3E58}" type="sibTrans" cxnId="{9E98926B-B94A-43B2-B35A-EE51BA778A16}">
      <dgm:prSet/>
      <dgm:spPr/>
      <dgm:t>
        <a:bodyPr/>
        <a:lstStyle/>
        <a:p>
          <a:endParaRPr lang="en-US"/>
        </a:p>
      </dgm:t>
    </dgm:pt>
    <dgm:pt modelId="{EE819BA9-EDAC-495D-9F18-BC3DFF7F3D92}">
      <dgm:prSet/>
      <dgm:spPr/>
      <dgm:t>
        <a:bodyPr/>
        <a:lstStyle/>
        <a:p>
          <a:r>
            <a:rPr lang="en-US"/>
            <a:t>The system shall provide a method for purchasing a package </a:t>
          </a:r>
        </a:p>
      </dgm:t>
    </dgm:pt>
    <dgm:pt modelId="{0321AE13-4C8F-47AB-8357-D63CA8F267D6}" type="parTrans" cxnId="{46223B57-59DB-4FD4-A60C-8FFF33063DD4}">
      <dgm:prSet/>
      <dgm:spPr/>
      <dgm:t>
        <a:bodyPr/>
        <a:lstStyle/>
        <a:p>
          <a:endParaRPr lang="en-US"/>
        </a:p>
      </dgm:t>
    </dgm:pt>
    <dgm:pt modelId="{214B2BD8-78ED-4A64-8EB2-C38A5A0241F4}" type="sibTrans" cxnId="{46223B57-59DB-4FD4-A60C-8FFF33063DD4}">
      <dgm:prSet/>
      <dgm:spPr/>
      <dgm:t>
        <a:bodyPr/>
        <a:lstStyle/>
        <a:p>
          <a:endParaRPr lang="en-US"/>
        </a:p>
      </dgm:t>
    </dgm:pt>
    <dgm:pt modelId="{9900C5D3-A070-46C0-9EA6-0C0DA16CAA15}">
      <dgm:prSet/>
      <dgm:spPr/>
      <dgm:t>
        <a:bodyPr/>
        <a:lstStyle/>
        <a:p>
          <a:r>
            <a:rPr lang="en-US"/>
            <a:t>The system shall have a role-based logon process</a:t>
          </a:r>
        </a:p>
      </dgm:t>
    </dgm:pt>
    <dgm:pt modelId="{4976C80A-19BC-4C9F-8D38-7DA4AC722A74}" type="parTrans" cxnId="{C7F07BDB-68D7-4D8F-8E5B-DF9203A2DE2A}">
      <dgm:prSet/>
      <dgm:spPr/>
      <dgm:t>
        <a:bodyPr/>
        <a:lstStyle/>
        <a:p>
          <a:endParaRPr lang="en-US"/>
        </a:p>
      </dgm:t>
    </dgm:pt>
    <dgm:pt modelId="{41156C97-BF32-47C6-8E7C-124DFDD6C0FA}" type="sibTrans" cxnId="{C7F07BDB-68D7-4D8F-8E5B-DF9203A2DE2A}">
      <dgm:prSet/>
      <dgm:spPr/>
      <dgm:t>
        <a:bodyPr/>
        <a:lstStyle/>
        <a:p>
          <a:endParaRPr lang="en-US"/>
        </a:p>
      </dgm:t>
    </dgm:pt>
    <dgm:pt modelId="{D089FCA7-8313-4F2C-A21A-FD348133A9BA}">
      <dgm:prSet/>
      <dgm:spPr/>
      <dgm:t>
        <a:bodyPr/>
        <a:lstStyle/>
        <a:p>
          <a:r>
            <a:rPr lang="en-US"/>
            <a:t>The system will allow for the student to complete practice test online </a:t>
          </a:r>
        </a:p>
      </dgm:t>
    </dgm:pt>
    <dgm:pt modelId="{C833D975-C772-4690-A4DA-B0570CC26166}" type="parTrans" cxnId="{BD1B4F92-271F-49A5-B59F-97A06EE6D7F8}">
      <dgm:prSet/>
      <dgm:spPr/>
      <dgm:t>
        <a:bodyPr/>
        <a:lstStyle/>
        <a:p>
          <a:endParaRPr lang="en-US"/>
        </a:p>
      </dgm:t>
    </dgm:pt>
    <dgm:pt modelId="{23EB432D-3648-4F0F-B443-4D4A0D4DBA89}" type="sibTrans" cxnId="{BD1B4F92-271F-49A5-B59F-97A06EE6D7F8}">
      <dgm:prSet/>
      <dgm:spPr/>
      <dgm:t>
        <a:bodyPr/>
        <a:lstStyle/>
        <a:p>
          <a:endParaRPr lang="en-US"/>
        </a:p>
      </dgm:t>
    </dgm:pt>
    <dgm:pt modelId="{35738EB3-12CE-4636-BB75-FDA32F333D74}">
      <dgm:prSet/>
      <dgm:spPr/>
      <dgm:t>
        <a:bodyPr/>
        <a:lstStyle/>
        <a:p>
          <a:r>
            <a:rPr lang="en-US"/>
            <a:t>The system will allow students and staff to enroll students into the courses in the packages purchased </a:t>
          </a:r>
        </a:p>
      </dgm:t>
    </dgm:pt>
    <dgm:pt modelId="{6AA1D412-A6A2-41B2-8C24-20C815F0B8CC}" type="parTrans" cxnId="{8A432450-E385-4C6D-BD9F-930DDB2374A4}">
      <dgm:prSet/>
      <dgm:spPr/>
      <dgm:t>
        <a:bodyPr/>
        <a:lstStyle/>
        <a:p>
          <a:endParaRPr lang="en-US"/>
        </a:p>
      </dgm:t>
    </dgm:pt>
    <dgm:pt modelId="{0ACEFEBC-1EA3-4CBB-82DB-3CC1A902E07E}" type="sibTrans" cxnId="{8A432450-E385-4C6D-BD9F-930DDB2374A4}">
      <dgm:prSet/>
      <dgm:spPr/>
      <dgm:t>
        <a:bodyPr/>
        <a:lstStyle/>
        <a:p>
          <a:endParaRPr lang="en-US"/>
        </a:p>
      </dgm:t>
    </dgm:pt>
    <dgm:pt modelId="{C8FA7D06-19FD-4660-9A1B-AD64F2D1BC33}">
      <dgm:prSet/>
      <dgm:spPr/>
      <dgm:t>
        <a:bodyPr/>
        <a:lstStyle/>
        <a:p>
          <a:r>
            <a:rPr lang="en-US"/>
            <a:t>To reduce admin backlog users will have an automated process to regain their account If credentials are forgotten</a:t>
          </a:r>
        </a:p>
      </dgm:t>
    </dgm:pt>
    <dgm:pt modelId="{42466B6C-3C40-4A5D-9355-81209FCD4F7F}" type="parTrans" cxnId="{6C62578E-9413-42CE-9155-F4C0B571F5A6}">
      <dgm:prSet/>
      <dgm:spPr/>
      <dgm:t>
        <a:bodyPr/>
        <a:lstStyle/>
        <a:p>
          <a:endParaRPr lang="en-US"/>
        </a:p>
      </dgm:t>
    </dgm:pt>
    <dgm:pt modelId="{443CAE84-73A2-4453-A2B2-ED0FCC34A541}" type="sibTrans" cxnId="{6C62578E-9413-42CE-9155-F4C0B571F5A6}">
      <dgm:prSet/>
      <dgm:spPr/>
      <dgm:t>
        <a:bodyPr/>
        <a:lstStyle/>
        <a:p>
          <a:endParaRPr lang="en-US"/>
        </a:p>
      </dgm:t>
    </dgm:pt>
    <dgm:pt modelId="{3BB936A9-2EA3-430A-8C97-AD0986320DF4}">
      <dgm:prSet/>
      <dgm:spPr/>
      <dgm:t>
        <a:bodyPr/>
        <a:lstStyle/>
        <a:p>
          <a:r>
            <a:rPr lang="en-US" u="sng"/>
            <a:t>Nonfunctional requirements </a:t>
          </a:r>
          <a:endParaRPr lang="en-US"/>
        </a:p>
      </dgm:t>
    </dgm:pt>
    <dgm:pt modelId="{CCD7A336-036E-4553-854A-7F426785C744}" type="parTrans" cxnId="{0D49188A-E071-484A-A802-42E4CE61A619}">
      <dgm:prSet/>
      <dgm:spPr/>
      <dgm:t>
        <a:bodyPr/>
        <a:lstStyle/>
        <a:p>
          <a:endParaRPr lang="en-US"/>
        </a:p>
      </dgm:t>
    </dgm:pt>
    <dgm:pt modelId="{75AB31DB-FF1A-4905-B376-A64C4D5FF52E}" type="sibTrans" cxnId="{0D49188A-E071-484A-A802-42E4CE61A619}">
      <dgm:prSet/>
      <dgm:spPr/>
      <dgm:t>
        <a:bodyPr/>
        <a:lstStyle/>
        <a:p>
          <a:endParaRPr lang="en-US"/>
        </a:p>
      </dgm:t>
    </dgm:pt>
    <dgm:pt modelId="{A96B1539-8FCE-49B1-98BA-C9CF5E2E36E9}">
      <dgm:prSet/>
      <dgm:spPr/>
      <dgm:t>
        <a:bodyPr/>
        <a:lstStyle/>
        <a:p>
          <a:r>
            <a:rPr lang="en-US"/>
            <a:t>The application will be web-based and cloud hosted</a:t>
          </a:r>
        </a:p>
      </dgm:t>
    </dgm:pt>
    <dgm:pt modelId="{DE7FA4FC-75F9-4B8B-A18E-8C81EAF0B130}" type="parTrans" cxnId="{D0028F78-86EB-4567-8191-F256577FC2F6}">
      <dgm:prSet/>
      <dgm:spPr/>
      <dgm:t>
        <a:bodyPr/>
        <a:lstStyle/>
        <a:p>
          <a:endParaRPr lang="en-US"/>
        </a:p>
      </dgm:t>
    </dgm:pt>
    <dgm:pt modelId="{231F33B9-3028-4BB0-BC4D-C925F02662D3}" type="sibTrans" cxnId="{D0028F78-86EB-4567-8191-F256577FC2F6}">
      <dgm:prSet/>
      <dgm:spPr/>
      <dgm:t>
        <a:bodyPr/>
        <a:lstStyle/>
        <a:p>
          <a:endParaRPr lang="en-US"/>
        </a:p>
      </dgm:t>
    </dgm:pt>
    <dgm:pt modelId="{3FFF51D8-6790-4CCD-8696-A57EC4A41D58}">
      <dgm:prSet/>
      <dgm:spPr/>
      <dgm:t>
        <a:bodyPr/>
        <a:lstStyle/>
        <a:p>
          <a:r>
            <a:rPr lang="en-US"/>
            <a:t>The application will have https encryption for data transfers</a:t>
          </a:r>
        </a:p>
      </dgm:t>
    </dgm:pt>
    <dgm:pt modelId="{FEA9CF83-9934-43AD-8A3D-FBBF08785507}" type="parTrans" cxnId="{B3C79B9E-053D-42B5-BECC-CFA798493BB5}">
      <dgm:prSet/>
      <dgm:spPr/>
      <dgm:t>
        <a:bodyPr/>
        <a:lstStyle/>
        <a:p>
          <a:endParaRPr lang="en-US"/>
        </a:p>
      </dgm:t>
    </dgm:pt>
    <dgm:pt modelId="{DE6B886E-9DCA-4389-9E2E-611B69D97E6E}" type="sibTrans" cxnId="{B3C79B9E-053D-42B5-BECC-CFA798493BB5}">
      <dgm:prSet/>
      <dgm:spPr/>
      <dgm:t>
        <a:bodyPr/>
        <a:lstStyle/>
        <a:p>
          <a:endParaRPr lang="en-US"/>
        </a:p>
      </dgm:t>
    </dgm:pt>
    <dgm:pt modelId="{59EDBB8D-DD1E-4A01-9285-D2D95FD4C7E5}">
      <dgm:prSet/>
      <dgm:spPr/>
      <dgm:t>
        <a:bodyPr/>
        <a:lstStyle/>
        <a:p>
          <a:r>
            <a:rPr lang="en-US"/>
            <a:t>The system will host multiple users simultaneously </a:t>
          </a:r>
        </a:p>
      </dgm:t>
    </dgm:pt>
    <dgm:pt modelId="{4A889E2A-0A61-4306-94C5-349B8789885A}" type="parTrans" cxnId="{A80D0BBA-D3BC-49B6-B70B-32A79606184A}">
      <dgm:prSet/>
      <dgm:spPr/>
      <dgm:t>
        <a:bodyPr/>
        <a:lstStyle/>
        <a:p>
          <a:endParaRPr lang="en-US"/>
        </a:p>
      </dgm:t>
    </dgm:pt>
    <dgm:pt modelId="{BD5EDFA5-9907-4378-972C-7DD72EF32C6C}" type="sibTrans" cxnId="{A80D0BBA-D3BC-49B6-B70B-32A79606184A}">
      <dgm:prSet/>
      <dgm:spPr/>
      <dgm:t>
        <a:bodyPr/>
        <a:lstStyle/>
        <a:p>
          <a:endParaRPr lang="en-US"/>
        </a:p>
      </dgm:t>
    </dgm:pt>
    <dgm:pt modelId="{F35B500E-961C-4F20-A7B9-AD6F0DA8EF00}">
      <dgm:prSet/>
      <dgm:spPr/>
      <dgm:t>
        <a:bodyPr/>
        <a:lstStyle/>
        <a:p>
          <a:r>
            <a:rPr lang="en-US"/>
            <a:t>No data changes will be allowed offline </a:t>
          </a:r>
        </a:p>
      </dgm:t>
    </dgm:pt>
    <dgm:pt modelId="{BAD48A79-61A4-421F-8F8D-4EAFAE0AF50B}" type="parTrans" cxnId="{81202810-5F94-406B-973A-FD1C3BAA4FAB}">
      <dgm:prSet/>
      <dgm:spPr/>
      <dgm:t>
        <a:bodyPr/>
        <a:lstStyle/>
        <a:p>
          <a:endParaRPr lang="en-US"/>
        </a:p>
      </dgm:t>
    </dgm:pt>
    <dgm:pt modelId="{1906FD6B-71F7-44A9-83D3-688A7F63A509}" type="sibTrans" cxnId="{81202810-5F94-406B-973A-FD1C3BAA4FAB}">
      <dgm:prSet/>
      <dgm:spPr/>
      <dgm:t>
        <a:bodyPr/>
        <a:lstStyle/>
        <a:p>
          <a:endParaRPr lang="en-US"/>
        </a:p>
      </dgm:t>
    </dgm:pt>
    <dgm:pt modelId="{8ADFBDCE-2C79-49D8-94B5-76C98D25022D}">
      <dgm:prSet/>
      <dgm:spPr/>
      <dgm:t>
        <a:bodyPr/>
        <a:lstStyle/>
        <a:p>
          <a:r>
            <a:rPr lang="en-US"/>
            <a:t>All changes will be tracked for the admin to generate a report </a:t>
          </a:r>
        </a:p>
      </dgm:t>
    </dgm:pt>
    <dgm:pt modelId="{D80CA4F3-B7A7-4F20-A324-6BB03599EB6B}" type="parTrans" cxnId="{C407EC18-B8BE-4ABA-8EB4-E4E18929F38C}">
      <dgm:prSet/>
      <dgm:spPr/>
      <dgm:t>
        <a:bodyPr/>
        <a:lstStyle/>
        <a:p>
          <a:endParaRPr lang="en-US"/>
        </a:p>
      </dgm:t>
    </dgm:pt>
    <dgm:pt modelId="{F62B7478-41F8-44D7-A802-EEC37BE9DEE6}" type="sibTrans" cxnId="{C407EC18-B8BE-4ABA-8EB4-E4E18929F38C}">
      <dgm:prSet/>
      <dgm:spPr/>
      <dgm:t>
        <a:bodyPr/>
        <a:lstStyle/>
        <a:p>
          <a:endParaRPr lang="en-US"/>
        </a:p>
      </dgm:t>
    </dgm:pt>
    <dgm:pt modelId="{6B737AC3-463E-423E-A6AF-AD9C3003E1B2}" type="pres">
      <dgm:prSet presAssocID="{7BB422BD-0320-4054-90F8-EF304B7E8BC7}" presName="diagram" presStyleCnt="0">
        <dgm:presLayoutVars>
          <dgm:dir/>
          <dgm:resizeHandles val="exact"/>
        </dgm:presLayoutVars>
      </dgm:prSet>
      <dgm:spPr/>
    </dgm:pt>
    <dgm:pt modelId="{D521671B-D52D-4843-9E81-F9523F70ED57}" type="pres">
      <dgm:prSet presAssocID="{D67459A4-CBF6-4914-8059-B6CA421E3178}" presName="node" presStyleLbl="node1" presStyleIdx="0" presStyleCnt="2">
        <dgm:presLayoutVars>
          <dgm:bulletEnabled val="1"/>
        </dgm:presLayoutVars>
      </dgm:prSet>
      <dgm:spPr/>
    </dgm:pt>
    <dgm:pt modelId="{5609B279-DF2C-4420-8952-7CFCED67B871}" type="pres">
      <dgm:prSet presAssocID="{A1725F8E-AE10-4593-986C-59B69C4F3E58}" presName="sibTrans" presStyleCnt="0"/>
      <dgm:spPr/>
    </dgm:pt>
    <dgm:pt modelId="{3973F5F7-591A-409E-AC81-50ED020B7958}" type="pres">
      <dgm:prSet presAssocID="{3BB936A9-2EA3-430A-8C97-AD0986320DF4}" presName="node" presStyleLbl="node1" presStyleIdx="1" presStyleCnt="2">
        <dgm:presLayoutVars>
          <dgm:bulletEnabled val="1"/>
        </dgm:presLayoutVars>
      </dgm:prSet>
      <dgm:spPr/>
    </dgm:pt>
  </dgm:ptLst>
  <dgm:cxnLst>
    <dgm:cxn modelId="{5B78D404-9F70-49C5-872C-0F3CBF9DDD78}" type="presOf" srcId="{59EDBB8D-DD1E-4A01-9285-D2D95FD4C7E5}" destId="{3973F5F7-591A-409E-AC81-50ED020B7958}" srcOrd="0" destOrd="3" presId="urn:microsoft.com/office/officeart/2005/8/layout/default"/>
    <dgm:cxn modelId="{81202810-5F94-406B-973A-FD1C3BAA4FAB}" srcId="{3BB936A9-2EA3-430A-8C97-AD0986320DF4}" destId="{F35B500E-961C-4F20-A7B9-AD6F0DA8EF00}" srcOrd="3" destOrd="0" parTransId="{BAD48A79-61A4-421F-8F8D-4EAFAE0AF50B}" sibTransId="{1906FD6B-71F7-44A9-83D3-688A7F63A509}"/>
    <dgm:cxn modelId="{5DC02518-12CC-4C51-9F43-056C860EB25A}" type="presOf" srcId="{9900C5D3-A070-46C0-9EA6-0C0DA16CAA15}" destId="{D521671B-D52D-4843-9E81-F9523F70ED57}" srcOrd="0" destOrd="2" presId="urn:microsoft.com/office/officeart/2005/8/layout/default"/>
    <dgm:cxn modelId="{C407EC18-B8BE-4ABA-8EB4-E4E18929F38C}" srcId="{3BB936A9-2EA3-430A-8C97-AD0986320DF4}" destId="{8ADFBDCE-2C79-49D8-94B5-76C98D25022D}" srcOrd="4" destOrd="0" parTransId="{D80CA4F3-B7A7-4F20-A324-6BB03599EB6B}" sibTransId="{F62B7478-41F8-44D7-A802-EEC37BE9DEE6}"/>
    <dgm:cxn modelId="{32F2E030-AD26-4DB2-9EB5-37A04D718D54}" type="presOf" srcId="{F35B500E-961C-4F20-A7B9-AD6F0DA8EF00}" destId="{3973F5F7-591A-409E-AC81-50ED020B7958}" srcOrd="0" destOrd="4" presId="urn:microsoft.com/office/officeart/2005/8/layout/default"/>
    <dgm:cxn modelId="{14B05131-2F98-4948-89C4-52981D3F9C8F}" type="presOf" srcId="{EE819BA9-EDAC-495D-9F18-BC3DFF7F3D92}" destId="{D521671B-D52D-4843-9E81-F9523F70ED57}" srcOrd="0" destOrd="1" presId="urn:microsoft.com/office/officeart/2005/8/layout/default"/>
    <dgm:cxn modelId="{5805D841-F002-4BA4-9197-3E051A4F1243}" type="presOf" srcId="{3FFF51D8-6790-4CCD-8696-A57EC4A41D58}" destId="{3973F5F7-591A-409E-AC81-50ED020B7958}" srcOrd="0" destOrd="2" presId="urn:microsoft.com/office/officeart/2005/8/layout/default"/>
    <dgm:cxn modelId="{1EF93E62-D157-4BFF-AF4B-241BD7ED030E}" type="presOf" srcId="{D67459A4-CBF6-4914-8059-B6CA421E3178}" destId="{D521671B-D52D-4843-9E81-F9523F70ED57}" srcOrd="0" destOrd="0" presId="urn:microsoft.com/office/officeart/2005/8/layout/default"/>
    <dgm:cxn modelId="{E581C047-73D9-4877-87AE-17C505874533}" type="presOf" srcId="{8ADFBDCE-2C79-49D8-94B5-76C98D25022D}" destId="{3973F5F7-591A-409E-AC81-50ED020B7958}" srcOrd="0" destOrd="5" presId="urn:microsoft.com/office/officeart/2005/8/layout/default"/>
    <dgm:cxn modelId="{9E98926B-B94A-43B2-B35A-EE51BA778A16}" srcId="{7BB422BD-0320-4054-90F8-EF304B7E8BC7}" destId="{D67459A4-CBF6-4914-8059-B6CA421E3178}" srcOrd="0" destOrd="0" parTransId="{D4301855-0974-485F-B896-42B7C9D814C3}" sibTransId="{A1725F8E-AE10-4593-986C-59B69C4F3E58}"/>
    <dgm:cxn modelId="{8A432450-E385-4C6D-BD9F-930DDB2374A4}" srcId="{D67459A4-CBF6-4914-8059-B6CA421E3178}" destId="{35738EB3-12CE-4636-BB75-FDA32F333D74}" srcOrd="3" destOrd="0" parTransId="{6AA1D412-A6A2-41B2-8C24-20C815F0B8CC}" sibTransId="{0ACEFEBC-1EA3-4CBB-82DB-3CC1A902E07E}"/>
    <dgm:cxn modelId="{CA238D71-BD4F-4A72-BBF5-23264ACA6BE1}" type="presOf" srcId="{A96B1539-8FCE-49B1-98BA-C9CF5E2E36E9}" destId="{3973F5F7-591A-409E-AC81-50ED020B7958}" srcOrd="0" destOrd="1" presId="urn:microsoft.com/office/officeart/2005/8/layout/default"/>
    <dgm:cxn modelId="{46223B57-59DB-4FD4-A60C-8FFF33063DD4}" srcId="{D67459A4-CBF6-4914-8059-B6CA421E3178}" destId="{EE819BA9-EDAC-495D-9F18-BC3DFF7F3D92}" srcOrd="0" destOrd="0" parTransId="{0321AE13-4C8F-47AB-8357-D63CA8F267D6}" sibTransId="{214B2BD8-78ED-4A64-8EB2-C38A5A0241F4}"/>
    <dgm:cxn modelId="{D0028F78-86EB-4567-8191-F256577FC2F6}" srcId="{3BB936A9-2EA3-430A-8C97-AD0986320DF4}" destId="{A96B1539-8FCE-49B1-98BA-C9CF5E2E36E9}" srcOrd="0" destOrd="0" parTransId="{DE7FA4FC-75F9-4B8B-A18E-8C81EAF0B130}" sibTransId="{231F33B9-3028-4BB0-BC4D-C925F02662D3}"/>
    <dgm:cxn modelId="{0D49188A-E071-484A-A802-42E4CE61A619}" srcId="{7BB422BD-0320-4054-90F8-EF304B7E8BC7}" destId="{3BB936A9-2EA3-430A-8C97-AD0986320DF4}" srcOrd="1" destOrd="0" parTransId="{CCD7A336-036E-4553-854A-7F426785C744}" sibTransId="{75AB31DB-FF1A-4905-B376-A64C4D5FF52E}"/>
    <dgm:cxn modelId="{6C62578E-9413-42CE-9155-F4C0B571F5A6}" srcId="{D67459A4-CBF6-4914-8059-B6CA421E3178}" destId="{C8FA7D06-19FD-4660-9A1B-AD64F2D1BC33}" srcOrd="4" destOrd="0" parTransId="{42466B6C-3C40-4A5D-9355-81209FCD4F7F}" sibTransId="{443CAE84-73A2-4453-A2B2-ED0FCC34A541}"/>
    <dgm:cxn modelId="{BD1B4F92-271F-49A5-B59F-97A06EE6D7F8}" srcId="{D67459A4-CBF6-4914-8059-B6CA421E3178}" destId="{D089FCA7-8313-4F2C-A21A-FD348133A9BA}" srcOrd="2" destOrd="0" parTransId="{C833D975-C772-4690-A4DA-B0570CC26166}" sibTransId="{23EB432D-3648-4F0F-B443-4D4A0D4DBA89}"/>
    <dgm:cxn modelId="{B3C79B9E-053D-42B5-BECC-CFA798493BB5}" srcId="{3BB936A9-2EA3-430A-8C97-AD0986320DF4}" destId="{3FFF51D8-6790-4CCD-8696-A57EC4A41D58}" srcOrd="1" destOrd="0" parTransId="{FEA9CF83-9934-43AD-8A3D-FBBF08785507}" sibTransId="{DE6B886E-9DCA-4389-9E2E-611B69D97E6E}"/>
    <dgm:cxn modelId="{476241AF-7B84-4783-A89D-0BBDCB683EF2}" type="presOf" srcId="{C8FA7D06-19FD-4660-9A1B-AD64F2D1BC33}" destId="{D521671B-D52D-4843-9E81-F9523F70ED57}" srcOrd="0" destOrd="5" presId="urn:microsoft.com/office/officeart/2005/8/layout/default"/>
    <dgm:cxn modelId="{22BE2DB9-1446-4A1B-81EA-48361E4EE802}" type="presOf" srcId="{D089FCA7-8313-4F2C-A21A-FD348133A9BA}" destId="{D521671B-D52D-4843-9E81-F9523F70ED57}" srcOrd="0" destOrd="3" presId="urn:microsoft.com/office/officeart/2005/8/layout/default"/>
    <dgm:cxn modelId="{A80D0BBA-D3BC-49B6-B70B-32A79606184A}" srcId="{3BB936A9-2EA3-430A-8C97-AD0986320DF4}" destId="{59EDBB8D-DD1E-4A01-9285-D2D95FD4C7E5}" srcOrd="2" destOrd="0" parTransId="{4A889E2A-0A61-4306-94C5-349B8789885A}" sibTransId="{BD5EDFA5-9907-4378-972C-7DD72EF32C6C}"/>
    <dgm:cxn modelId="{F7C4BDC7-A295-414B-A68C-56B6196F3AD2}" type="presOf" srcId="{35738EB3-12CE-4636-BB75-FDA32F333D74}" destId="{D521671B-D52D-4843-9E81-F9523F70ED57}" srcOrd="0" destOrd="4" presId="urn:microsoft.com/office/officeart/2005/8/layout/default"/>
    <dgm:cxn modelId="{C7F07BDB-68D7-4D8F-8E5B-DF9203A2DE2A}" srcId="{D67459A4-CBF6-4914-8059-B6CA421E3178}" destId="{9900C5D3-A070-46C0-9EA6-0C0DA16CAA15}" srcOrd="1" destOrd="0" parTransId="{4976C80A-19BC-4C9F-8D38-7DA4AC722A74}" sibTransId="{41156C97-BF32-47C6-8E7C-124DFDD6C0FA}"/>
    <dgm:cxn modelId="{104335DF-419E-4240-94AA-1BB4AF6B4886}" type="presOf" srcId="{3BB936A9-2EA3-430A-8C97-AD0986320DF4}" destId="{3973F5F7-591A-409E-AC81-50ED020B7958}" srcOrd="0" destOrd="0" presId="urn:microsoft.com/office/officeart/2005/8/layout/default"/>
    <dgm:cxn modelId="{74E356F4-3BA6-42CC-A235-827176D5038B}" type="presOf" srcId="{7BB422BD-0320-4054-90F8-EF304B7E8BC7}" destId="{6B737AC3-463E-423E-A6AF-AD9C3003E1B2}" srcOrd="0" destOrd="0" presId="urn:microsoft.com/office/officeart/2005/8/layout/default"/>
    <dgm:cxn modelId="{9B5BD2A0-453B-489F-BABE-DF8887EA0323}" type="presParOf" srcId="{6B737AC3-463E-423E-A6AF-AD9C3003E1B2}" destId="{D521671B-D52D-4843-9E81-F9523F70ED57}" srcOrd="0" destOrd="0" presId="urn:microsoft.com/office/officeart/2005/8/layout/default"/>
    <dgm:cxn modelId="{70ADFA88-8B8D-4DC6-AA36-050927FFD74D}" type="presParOf" srcId="{6B737AC3-463E-423E-A6AF-AD9C3003E1B2}" destId="{5609B279-DF2C-4420-8952-7CFCED67B871}" srcOrd="1" destOrd="0" presId="urn:microsoft.com/office/officeart/2005/8/layout/default"/>
    <dgm:cxn modelId="{7D06062E-3219-4E80-8402-4476779D6E92}" type="presParOf" srcId="{6B737AC3-463E-423E-A6AF-AD9C3003E1B2}" destId="{3973F5F7-591A-409E-AC81-50ED020B7958}"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4F63F1-58DC-49A5-BB00-92ABD0F5D92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0CB7381-B411-4913-BB94-642FCBAE6BA1}">
      <dgm:prSet/>
      <dgm:spPr/>
      <dgm:t>
        <a:bodyPr/>
        <a:lstStyle/>
        <a:p>
          <a:r>
            <a:rPr lang="en-US"/>
            <a:t>Data will be encrypted using https transfers</a:t>
          </a:r>
        </a:p>
      </dgm:t>
    </dgm:pt>
    <dgm:pt modelId="{FDF4508F-6877-4E83-B02F-29E1B15C188E}" type="parTrans" cxnId="{4EEFEF7F-CF61-453B-AAD6-B56180BA1DFA}">
      <dgm:prSet/>
      <dgm:spPr/>
      <dgm:t>
        <a:bodyPr/>
        <a:lstStyle/>
        <a:p>
          <a:endParaRPr lang="en-US"/>
        </a:p>
      </dgm:t>
    </dgm:pt>
    <dgm:pt modelId="{81DA0B2E-9201-4440-863E-E95B7370CB90}" type="sibTrans" cxnId="{4EEFEF7F-CF61-453B-AAD6-B56180BA1DFA}">
      <dgm:prSet/>
      <dgm:spPr/>
      <dgm:t>
        <a:bodyPr/>
        <a:lstStyle/>
        <a:p>
          <a:endParaRPr lang="en-US"/>
        </a:p>
      </dgm:t>
    </dgm:pt>
    <dgm:pt modelId="{F9AF924F-EF5E-40E3-9A9A-5A1A053168ED}">
      <dgm:prSet/>
      <dgm:spPr/>
      <dgm:t>
        <a:bodyPr/>
        <a:lstStyle/>
        <a:p>
          <a:r>
            <a:rPr lang="en-US"/>
            <a:t>Cloud based data storage enables secure storage of data </a:t>
          </a:r>
        </a:p>
      </dgm:t>
    </dgm:pt>
    <dgm:pt modelId="{6329056C-BFDD-44B2-9421-623B46CB1A17}" type="parTrans" cxnId="{C6497AA7-30C4-4F54-8AE4-8B9FBBEA2434}">
      <dgm:prSet/>
      <dgm:spPr/>
      <dgm:t>
        <a:bodyPr/>
        <a:lstStyle/>
        <a:p>
          <a:endParaRPr lang="en-US"/>
        </a:p>
      </dgm:t>
    </dgm:pt>
    <dgm:pt modelId="{274006F0-5C03-4FBE-8241-631E9F3252C2}" type="sibTrans" cxnId="{C6497AA7-30C4-4F54-8AE4-8B9FBBEA2434}">
      <dgm:prSet/>
      <dgm:spPr/>
      <dgm:t>
        <a:bodyPr/>
        <a:lstStyle/>
        <a:p>
          <a:endParaRPr lang="en-US"/>
        </a:p>
      </dgm:t>
    </dgm:pt>
    <dgm:pt modelId="{E634321F-D407-448A-BB5F-59E5340E57AC}">
      <dgm:prSet/>
      <dgm:spPr/>
      <dgm:t>
        <a:bodyPr/>
        <a:lstStyle/>
        <a:p>
          <a:r>
            <a:rPr lang="en-US"/>
            <a:t>Role based access control inhibits users from accessing unauthorized data</a:t>
          </a:r>
        </a:p>
      </dgm:t>
    </dgm:pt>
    <dgm:pt modelId="{1F84373D-7BD4-47CA-9D60-0AB7C54C8814}" type="parTrans" cxnId="{4F45218B-26E6-4088-AE8E-0207C8A3C2B1}">
      <dgm:prSet/>
      <dgm:spPr/>
      <dgm:t>
        <a:bodyPr/>
        <a:lstStyle/>
        <a:p>
          <a:endParaRPr lang="en-US"/>
        </a:p>
      </dgm:t>
    </dgm:pt>
    <dgm:pt modelId="{382C5B1E-221E-4925-9188-13DA4DD4DF0B}" type="sibTrans" cxnId="{4F45218B-26E6-4088-AE8E-0207C8A3C2B1}">
      <dgm:prSet/>
      <dgm:spPr/>
      <dgm:t>
        <a:bodyPr/>
        <a:lstStyle/>
        <a:p>
          <a:endParaRPr lang="en-US"/>
        </a:p>
      </dgm:t>
    </dgm:pt>
    <dgm:pt modelId="{7470E826-7401-4050-913D-D55E833F13E1}">
      <dgm:prSet/>
      <dgm:spPr/>
      <dgm:t>
        <a:bodyPr/>
        <a:lstStyle/>
        <a:p>
          <a:r>
            <a:rPr lang="en-US"/>
            <a:t>Payments will be handled by third party who will handle security of users payment information</a:t>
          </a:r>
        </a:p>
      </dgm:t>
    </dgm:pt>
    <dgm:pt modelId="{FC5D041C-98A5-4AB9-BE17-9BBEE4166E77}" type="parTrans" cxnId="{E81614BA-632B-4B1D-96FF-89BF589A9104}">
      <dgm:prSet/>
      <dgm:spPr/>
      <dgm:t>
        <a:bodyPr/>
        <a:lstStyle/>
        <a:p>
          <a:endParaRPr lang="en-US"/>
        </a:p>
      </dgm:t>
    </dgm:pt>
    <dgm:pt modelId="{10CE1B51-E12F-417B-9465-95D91712F227}" type="sibTrans" cxnId="{E81614BA-632B-4B1D-96FF-89BF589A9104}">
      <dgm:prSet/>
      <dgm:spPr/>
      <dgm:t>
        <a:bodyPr/>
        <a:lstStyle/>
        <a:p>
          <a:endParaRPr lang="en-US"/>
        </a:p>
      </dgm:t>
    </dgm:pt>
    <dgm:pt modelId="{602D6607-63CF-4C1A-847E-F86D1AEF3F9C}">
      <dgm:prSet/>
      <dgm:spPr/>
      <dgm:t>
        <a:bodyPr/>
        <a:lstStyle/>
        <a:p>
          <a:r>
            <a:rPr lang="en-US"/>
            <a:t>Key pairs will be used to encrypt system data</a:t>
          </a:r>
        </a:p>
      </dgm:t>
    </dgm:pt>
    <dgm:pt modelId="{AD829DFD-A7C4-4927-BD9B-533166B0FD61}" type="parTrans" cxnId="{5C3BA9A8-0C31-4774-B5C5-02D34CB54A99}">
      <dgm:prSet/>
      <dgm:spPr/>
      <dgm:t>
        <a:bodyPr/>
        <a:lstStyle/>
        <a:p>
          <a:endParaRPr lang="en-US"/>
        </a:p>
      </dgm:t>
    </dgm:pt>
    <dgm:pt modelId="{2A620501-5697-4453-8D71-581206D9B9EA}" type="sibTrans" cxnId="{5C3BA9A8-0C31-4774-B5C5-02D34CB54A99}">
      <dgm:prSet/>
      <dgm:spPr/>
      <dgm:t>
        <a:bodyPr/>
        <a:lstStyle/>
        <a:p>
          <a:endParaRPr lang="en-US"/>
        </a:p>
      </dgm:t>
    </dgm:pt>
    <dgm:pt modelId="{430FBDD9-A31E-4B29-A146-C2AFF21539E0}">
      <dgm:prSet/>
      <dgm:spPr/>
      <dgm:t>
        <a:bodyPr/>
        <a:lstStyle/>
        <a:p>
          <a:r>
            <a:rPr lang="en-US"/>
            <a:t>Rate limiting will reduce vulnerability to brute force attacks </a:t>
          </a:r>
        </a:p>
      </dgm:t>
    </dgm:pt>
    <dgm:pt modelId="{B2CA5E04-638E-4A04-B277-3CDA452BCA30}" type="parTrans" cxnId="{B639CEBA-234D-42C2-9D2F-E381670829B3}">
      <dgm:prSet/>
      <dgm:spPr/>
      <dgm:t>
        <a:bodyPr/>
        <a:lstStyle/>
        <a:p>
          <a:endParaRPr lang="en-US"/>
        </a:p>
      </dgm:t>
    </dgm:pt>
    <dgm:pt modelId="{209CA5D3-0A83-44C5-BAC2-C4CACCD4DDC2}" type="sibTrans" cxnId="{B639CEBA-234D-42C2-9D2F-E381670829B3}">
      <dgm:prSet/>
      <dgm:spPr/>
      <dgm:t>
        <a:bodyPr/>
        <a:lstStyle/>
        <a:p>
          <a:endParaRPr lang="en-US"/>
        </a:p>
      </dgm:t>
    </dgm:pt>
    <dgm:pt modelId="{7E03D119-3E82-4650-B216-A55A074E11AB}" type="pres">
      <dgm:prSet presAssocID="{CD4F63F1-58DC-49A5-BB00-92ABD0F5D929}" presName="root" presStyleCnt="0">
        <dgm:presLayoutVars>
          <dgm:dir/>
          <dgm:resizeHandles val="exact"/>
        </dgm:presLayoutVars>
      </dgm:prSet>
      <dgm:spPr/>
    </dgm:pt>
    <dgm:pt modelId="{F6DA269C-D986-4863-A8D6-3877943DE6A2}" type="pres">
      <dgm:prSet presAssocID="{CD4F63F1-58DC-49A5-BB00-92ABD0F5D929}" presName="container" presStyleCnt="0">
        <dgm:presLayoutVars>
          <dgm:dir/>
          <dgm:resizeHandles val="exact"/>
        </dgm:presLayoutVars>
      </dgm:prSet>
      <dgm:spPr/>
    </dgm:pt>
    <dgm:pt modelId="{D95405BF-777E-4B95-8BD0-43B6C6BE8A4E}" type="pres">
      <dgm:prSet presAssocID="{00CB7381-B411-4913-BB94-642FCBAE6BA1}" presName="compNode" presStyleCnt="0"/>
      <dgm:spPr/>
    </dgm:pt>
    <dgm:pt modelId="{911B0AB3-8AD3-4648-BDEB-DDBBF1F8A8A9}" type="pres">
      <dgm:prSet presAssocID="{00CB7381-B411-4913-BB94-642FCBAE6BA1}" presName="iconBgRect" presStyleLbl="bgShp" presStyleIdx="0" presStyleCnt="6"/>
      <dgm:spPr/>
    </dgm:pt>
    <dgm:pt modelId="{6AC43A19-AD0F-42FF-A444-948C0436885E}" type="pres">
      <dgm:prSet presAssocID="{00CB7381-B411-4913-BB94-642FCBAE6BA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ock"/>
        </a:ext>
      </dgm:extLst>
    </dgm:pt>
    <dgm:pt modelId="{6BFD8328-F8B6-4016-B141-7ED8BC050AB5}" type="pres">
      <dgm:prSet presAssocID="{00CB7381-B411-4913-BB94-642FCBAE6BA1}" presName="spaceRect" presStyleCnt="0"/>
      <dgm:spPr/>
    </dgm:pt>
    <dgm:pt modelId="{4EE66FCE-6994-4DD7-8CF9-1654B23F1951}" type="pres">
      <dgm:prSet presAssocID="{00CB7381-B411-4913-BB94-642FCBAE6BA1}" presName="textRect" presStyleLbl="revTx" presStyleIdx="0" presStyleCnt="6">
        <dgm:presLayoutVars>
          <dgm:chMax val="1"/>
          <dgm:chPref val="1"/>
        </dgm:presLayoutVars>
      </dgm:prSet>
      <dgm:spPr/>
    </dgm:pt>
    <dgm:pt modelId="{7F5D1E2B-5A90-4F28-88A3-C9DF1E96F6AA}" type="pres">
      <dgm:prSet presAssocID="{81DA0B2E-9201-4440-863E-E95B7370CB90}" presName="sibTrans" presStyleLbl="sibTrans2D1" presStyleIdx="0" presStyleCnt="0"/>
      <dgm:spPr/>
    </dgm:pt>
    <dgm:pt modelId="{6B35BC4D-2170-41BA-9DED-EF343ADEEF34}" type="pres">
      <dgm:prSet presAssocID="{F9AF924F-EF5E-40E3-9A9A-5A1A053168ED}" presName="compNode" presStyleCnt="0"/>
      <dgm:spPr/>
    </dgm:pt>
    <dgm:pt modelId="{8468A04E-B9CC-4D2C-865D-B8293AB4D2F4}" type="pres">
      <dgm:prSet presAssocID="{F9AF924F-EF5E-40E3-9A9A-5A1A053168ED}" presName="iconBgRect" presStyleLbl="bgShp" presStyleIdx="1" presStyleCnt="6"/>
      <dgm:spPr/>
    </dgm:pt>
    <dgm:pt modelId="{06E82F1C-9F3F-47D5-A269-D5BD31430C20}" type="pres">
      <dgm:prSet presAssocID="{F9AF924F-EF5E-40E3-9A9A-5A1A053168ED}"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load from cloud"/>
        </a:ext>
      </dgm:extLst>
    </dgm:pt>
    <dgm:pt modelId="{C0DABC4E-CC53-4C3A-9289-EB44E988C7E2}" type="pres">
      <dgm:prSet presAssocID="{F9AF924F-EF5E-40E3-9A9A-5A1A053168ED}" presName="spaceRect" presStyleCnt="0"/>
      <dgm:spPr/>
    </dgm:pt>
    <dgm:pt modelId="{EEBF79A0-DE49-4B5E-B78A-6A9C6B8C46A1}" type="pres">
      <dgm:prSet presAssocID="{F9AF924F-EF5E-40E3-9A9A-5A1A053168ED}" presName="textRect" presStyleLbl="revTx" presStyleIdx="1" presStyleCnt="6">
        <dgm:presLayoutVars>
          <dgm:chMax val="1"/>
          <dgm:chPref val="1"/>
        </dgm:presLayoutVars>
      </dgm:prSet>
      <dgm:spPr/>
    </dgm:pt>
    <dgm:pt modelId="{9160F3F4-6EE9-4FE3-BF50-B111D443FB8E}" type="pres">
      <dgm:prSet presAssocID="{274006F0-5C03-4FBE-8241-631E9F3252C2}" presName="sibTrans" presStyleLbl="sibTrans2D1" presStyleIdx="0" presStyleCnt="0"/>
      <dgm:spPr/>
    </dgm:pt>
    <dgm:pt modelId="{D1190EF3-34E8-4FD5-B69F-F8FBD7FE2C3B}" type="pres">
      <dgm:prSet presAssocID="{E634321F-D407-448A-BB5F-59E5340E57AC}" presName="compNode" presStyleCnt="0"/>
      <dgm:spPr/>
    </dgm:pt>
    <dgm:pt modelId="{996FC626-FA74-434B-AB20-A8EFADC98236}" type="pres">
      <dgm:prSet presAssocID="{E634321F-D407-448A-BB5F-59E5340E57AC}" presName="iconBgRect" presStyleLbl="bgShp" presStyleIdx="2" presStyleCnt="6"/>
      <dgm:spPr/>
    </dgm:pt>
    <dgm:pt modelId="{68CD71D9-0EDE-4493-B70F-2B422B14D921}" type="pres">
      <dgm:prSet presAssocID="{E634321F-D407-448A-BB5F-59E5340E57AC}"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
        </a:ext>
      </dgm:extLst>
    </dgm:pt>
    <dgm:pt modelId="{BB544893-935F-4FC5-9089-6EC21F9B612D}" type="pres">
      <dgm:prSet presAssocID="{E634321F-D407-448A-BB5F-59E5340E57AC}" presName="spaceRect" presStyleCnt="0"/>
      <dgm:spPr/>
    </dgm:pt>
    <dgm:pt modelId="{34756196-3F95-4AD9-B7E4-5E9FA5CE0EE7}" type="pres">
      <dgm:prSet presAssocID="{E634321F-D407-448A-BB5F-59E5340E57AC}" presName="textRect" presStyleLbl="revTx" presStyleIdx="2" presStyleCnt="6">
        <dgm:presLayoutVars>
          <dgm:chMax val="1"/>
          <dgm:chPref val="1"/>
        </dgm:presLayoutVars>
      </dgm:prSet>
      <dgm:spPr/>
    </dgm:pt>
    <dgm:pt modelId="{80EF71CF-FD8C-41E7-9244-3B95DA8FF72E}" type="pres">
      <dgm:prSet presAssocID="{382C5B1E-221E-4925-9188-13DA4DD4DF0B}" presName="sibTrans" presStyleLbl="sibTrans2D1" presStyleIdx="0" presStyleCnt="0"/>
      <dgm:spPr/>
    </dgm:pt>
    <dgm:pt modelId="{711780D4-76BC-42D5-99D9-C986BA04E1DF}" type="pres">
      <dgm:prSet presAssocID="{7470E826-7401-4050-913D-D55E833F13E1}" presName="compNode" presStyleCnt="0"/>
      <dgm:spPr/>
    </dgm:pt>
    <dgm:pt modelId="{A3180445-14AB-4DB7-A8E2-B04BA9B4570C}" type="pres">
      <dgm:prSet presAssocID="{7470E826-7401-4050-913D-D55E833F13E1}" presName="iconBgRect" presStyleLbl="bgShp" presStyleIdx="3" presStyleCnt="6"/>
      <dgm:spPr/>
    </dgm:pt>
    <dgm:pt modelId="{049BC8E4-D6D6-46EF-9AAF-E0C277F39A13}" type="pres">
      <dgm:prSet presAssocID="{7470E826-7401-4050-913D-D55E833F13E1}"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76EDC1B2-077C-4310-8C7A-B9F666A2972B}" type="pres">
      <dgm:prSet presAssocID="{7470E826-7401-4050-913D-D55E833F13E1}" presName="spaceRect" presStyleCnt="0"/>
      <dgm:spPr/>
    </dgm:pt>
    <dgm:pt modelId="{97248D8A-55CE-4719-B489-E017C36F9F18}" type="pres">
      <dgm:prSet presAssocID="{7470E826-7401-4050-913D-D55E833F13E1}" presName="textRect" presStyleLbl="revTx" presStyleIdx="3" presStyleCnt="6">
        <dgm:presLayoutVars>
          <dgm:chMax val="1"/>
          <dgm:chPref val="1"/>
        </dgm:presLayoutVars>
      </dgm:prSet>
      <dgm:spPr/>
    </dgm:pt>
    <dgm:pt modelId="{D3BA6184-E4BB-44B7-B63C-F0434C434933}" type="pres">
      <dgm:prSet presAssocID="{10CE1B51-E12F-417B-9465-95D91712F227}" presName="sibTrans" presStyleLbl="sibTrans2D1" presStyleIdx="0" presStyleCnt="0"/>
      <dgm:spPr/>
    </dgm:pt>
    <dgm:pt modelId="{42DCD543-2FA9-4E1F-9D2D-02358B25EC51}" type="pres">
      <dgm:prSet presAssocID="{602D6607-63CF-4C1A-847E-F86D1AEF3F9C}" presName="compNode" presStyleCnt="0"/>
      <dgm:spPr/>
    </dgm:pt>
    <dgm:pt modelId="{C1FF7B81-2C29-4FDA-8A8F-2638DF3E0A80}" type="pres">
      <dgm:prSet presAssocID="{602D6607-63CF-4C1A-847E-F86D1AEF3F9C}" presName="iconBgRect" presStyleLbl="bgShp" presStyleIdx="4" presStyleCnt="6"/>
      <dgm:spPr/>
    </dgm:pt>
    <dgm:pt modelId="{B93E31C7-E4F2-48F3-AF13-4F6982B9014C}" type="pres">
      <dgm:prSet presAssocID="{602D6607-63CF-4C1A-847E-F86D1AEF3F9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Key"/>
        </a:ext>
      </dgm:extLst>
    </dgm:pt>
    <dgm:pt modelId="{C2425B1F-1ACD-4378-A666-0B32780E16C2}" type="pres">
      <dgm:prSet presAssocID="{602D6607-63CF-4C1A-847E-F86D1AEF3F9C}" presName="spaceRect" presStyleCnt="0"/>
      <dgm:spPr/>
    </dgm:pt>
    <dgm:pt modelId="{9ED1CDCB-29AB-4A59-AF31-DA08F5C2B326}" type="pres">
      <dgm:prSet presAssocID="{602D6607-63CF-4C1A-847E-F86D1AEF3F9C}" presName="textRect" presStyleLbl="revTx" presStyleIdx="4" presStyleCnt="6">
        <dgm:presLayoutVars>
          <dgm:chMax val="1"/>
          <dgm:chPref val="1"/>
        </dgm:presLayoutVars>
      </dgm:prSet>
      <dgm:spPr/>
    </dgm:pt>
    <dgm:pt modelId="{E248D3F9-40BB-4870-AC33-E1EF9C58E374}" type="pres">
      <dgm:prSet presAssocID="{2A620501-5697-4453-8D71-581206D9B9EA}" presName="sibTrans" presStyleLbl="sibTrans2D1" presStyleIdx="0" presStyleCnt="0"/>
      <dgm:spPr/>
    </dgm:pt>
    <dgm:pt modelId="{3DDC25D6-8A8E-4D0B-815D-8E32ACE4C18F}" type="pres">
      <dgm:prSet presAssocID="{430FBDD9-A31E-4B29-A146-C2AFF21539E0}" presName="compNode" presStyleCnt="0"/>
      <dgm:spPr/>
    </dgm:pt>
    <dgm:pt modelId="{6677B4B2-A339-4778-B4DF-D69DD79F9C67}" type="pres">
      <dgm:prSet presAssocID="{430FBDD9-A31E-4B29-A146-C2AFF21539E0}" presName="iconBgRect" presStyleLbl="bgShp" presStyleIdx="5" presStyleCnt="6"/>
      <dgm:spPr/>
    </dgm:pt>
    <dgm:pt modelId="{2843082E-E9DF-4A64-AAC6-B69325076ACD}" type="pres">
      <dgm:prSet presAssocID="{430FBDD9-A31E-4B29-A146-C2AFF21539E0}"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C031D145-8F87-436B-A4C5-3694FAB6E6A6}" type="pres">
      <dgm:prSet presAssocID="{430FBDD9-A31E-4B29-A146-C2AFF21539E0}" presName="spaceRect" presStyleCnt="0"/>
      <dgm:spPr/>
    </dgm:pt>
    <dgm:pt modelId="{495366A4-47B7-4A66-B9D7-5BA8ACC5ABD3}" type="pres">
      <dgm:prSet presAssocID="{430FBDD9-A31E-4B29-A146-C2AFF21539E0}" presName="textRect" presStyleLbl="revTx" presStyleIdx="5" presStyleCnt="6">
        <dgm:presLayoutVars>
          <dgm:chMax val="1"/>
          <dgm:chPref val="1"/>
        </dgm:presLayoutVars>
      </dgm:prSet>
      <dgm:spPr/>
    </dgm:pt>
  </dgm:ptLst>
  <dgm:cxnLst>
    <dgm:cxn modelId="{02605308-7602-46EC-93AA-5DE0EABDD848}" type="presOf" srcId="{81DA0B2E-9201-4440-863E-E95B7370CB90}" destId="{7F5D1E2B-5A90-4F28-88A3-C9DF1E96F6AA}" srcOrd="0" destOrd="0" presId="urn:microsoft.com/office/officeart/2018/2/layout/IconCircleList"/>
    <dgm:cxn modelId="{74C3B636-D60C-4036-A83F-1A7541624FE2}" type="presOf" srcId="{00CB7381-B411-4913-BB94-642FCBAE6BA1}" destId="{4EE66FCE-6994-4DD7-8CF9-1654B23F1951}" srcOrd="0" destOrd="0" presId="urn:microsoft.com/office/officeart/2018/2/layout/IconCircleList"/>
    <dgm:cxn modelId="{1A5E6B38-747B-49DA-9956-3013786524F1}" type="presOf" srcId="{10CE1B51-E12F-417B-9465-95D91712F227}" destId="{D3BA6184-E4BB-44B7-B63C-F0434C434933}" srcOrd="0" destOrd="0" presId="urn:microsoft.com/office/officeart/2018/2/layout/IconCircleList"/>
    <dgm:cxn modelId="{4F01B73E-24A8-4D79-A359-2A5E14A8AFA3}" type="presOf" srcId="{CD4F63F1-58DC-49A5-BB00-92ABD0F5D929}" destId="{7E03D119-3E82-4650-B216-A55A074E11AB}" srcOrd="0" destOrd="0" presId="urn:microsoft.com/office/officeart/2018/2/layout/IconCircleList"/>
    <dgm:cxn modelId="{3A31993F-30E8-4E71-9B35-1CA23DB76B4A}" type="presOf" srcId="{E634321F-D407-448A-BB5F-59E5340E57AC}" destId="{34756196-3F95-4AD9-B7E4-5E9FA5CE0EE7}" srcOrd="0" destOrd="0" presId="urn:microsoft.com/office/officeart/2018/2/layout/IconCircleList"/>
    <dgm:cxn modelId="{16F6105A-B951-4B37-B5D7-59C6BA4BA20A}" type="presOf" srcId="{382C5B1E-221E-4925-9188-13DA4DD4DF0B}" destId="{80EF71CF-FD8C-41E7-9244-3B95DA8FF72E}" srcOrd="0" destOrd="0" presId="urn:microsoft.com/office/officeart/2018/2/layout/IconCircleList"/>
    <dgm:cxn modelId="{F72D2F7B-8137-4E89-80A5-65D53A49E27D}" type="presOf" srcId="{7470E826-7401-4050-913D-D55E833F13E1}" destId="{97248D8A-55CE-4719-B489-E017C36F9F18}" srcOrd="0" destOrd="0" presId="urn:microsoft.com/office/officeart/2018/2/layout/IconCircleList"/>
    <dgm:cxn modelId="{7AAEE07D-FB8E-4D46-A937-4E554391641D}" type="presOf" srcId="{430FBDD9-A31E-4B29-A146-C2AFF21539E0}" destId="{495366A4-47B7-4A66-B9D7-5BA8ACC5ABD3}" srcOrd="0" destOrd="0" presId="urn:microsoft.com/office/officeart/2018/2/layout/IconCircleList"/>
    <dgm:cxn modelId="{4EEFEF7F-CF61-453B-AAD6-B56180BA1DFA}" srcId="{CD4F63F1-58DC-49A5-BB00-92ABD0F5D929}" destId="{00CB7381-B411-4913-BB94-642FCBAE6BA1}" srcOrd="0" destOrd="0" parTransId="{FDF4508F-6877-4E83-B02F-29E1B15C188E}" sibTransId="{81DA0B2E-9201-4440-863E-E95B7370CB90}"/>
    <dgm:cxn modelId="{4F45218B-26E6-4088-AE8E-0207C8A3C2B1}" srcId="{CD4F63F1-58DC-49A5-BB00-92ABD0F5D929}" destId="{E634321F-D407-448A-BB5F-59E5340E57AC}" srcOrd="2" destOrd="0" parTransId="{1F84373D-7BD4-47CA-9D60-0AB7C54C8814}" sibTransId="{382C5B1E-221E-4925-9188-13DA4DD4DF0B}"/>
    <dgm:cxn modelId="{C6497AA7-30C4-4F54-8AE4-8B9FBBEA2434}" srcId="{CD4F63F1-58DC-49A5-BB00-92ABD0F5D929}" destId="{F9AF924F-EF5E-40E3-9A9A-5A1A053168ED}" srcOrd="1" destOrd="0" parTransId="{6329056C-BFDD-44B2-9421-623B46CB1A17}" sibTransId="{274006F0-5C03-4FBE-8241-631E9F3252C2}"/>
    <dgm:cxn modelId="{5C3BA9A8-0C31-4774-B5C5-02D34CB54A99}" srcId="{CD4F63F1-58DC-49A5-BB00-92ABD0F5D929}" destId="{602D6607-63CF-4C1A-847E-F86D1AEF3F9C}" srcOrd="4" destOrd="0" parTransId="{AD829DFD-A7C4-4927-BD9B-533166B0FD61}" sibTransId="{2A620501-5697-4453-8D71-581206D9B9EA}"/>
    <dgm:cxn modelId="{6C9818AC-F89E-41E9-9069-B5A52E4C3D2B}" type="presOf" srcId="{602D6607-63CF-4C1A-847E-F86D1AEF3F9C}" destId="{9ED1CDCB-29AB-4A59-AF31-DA08F5C2B326}" srcOrd="0" destOrd="0" presId="urn:microsoft.com/office/officeart/2018/2/layout/IconCircleList"/>
    <dgm:cxn modelId="{E81614BA-632B-4B1D-96FF-89BF589A9104}" srcId="{CD4F63F1-58DC-49A5-BB00-92ABD0F5D929}" destId="{7470E826-7401-4050-913D-D55E833F13E1}" srcOrd="3" destOrd="0" parTransId="{FC5D041C-98A5-4AB9-BE17-9BBEE4166E77}" sibTransId="{10CE1B51-E12F-417B-9465-95D91712F227}"/>
    <dgm:cxn modelId="{B639CEBA-234D-42C2-9D2F-E381670829B3}" srcId="{CD4F63F1-58DC-49A5-BB00-92ABD0F5D929}" destId="{430FBDD9-A31E-4B29-A146-C2AFF21539E0}" srcOrd="5" destOrd="0" parTransId="{B2CA5E04-638E-4A04-B277-3CDA452BCA30}" sibTransId="{209CA5D3-0A83-44C5-BAC2-C4CACCD4DDC2}"/>
    <dgm:cxn modelId="{63F3E7D2-9920-4AB1-AC0B-1CA8D71D9873}" type="presOf" srcId="{274006F0-5C03-4FBE-8241-631E9F3252C2}" destId="{9160F3F4-6EE9-4FE3-BF50-B111D443FB8E}" srcOrd="0" destOrd="0" presId="urn:microsoft.com/office/officeart/2018/2/layout/IconCircleList"/>
    <dgm:cxn modelId="{107B63E0-DA3D-41F7-8C45-91408567852A}" type="presOf" srcId="{F9AF924F-EF5E-40E3-9A9A-5A1A053168ED}" destId="{EEBF79A0-DE49-4B5E-B78A-6A9C6B8C46A1}" srcOrd="0" destOrd="0" presId="urn:microsoft.com/office/officeart/2018/2/layout/IconCircleList"/>
    <dgm:cxn modelId="{B72179F8-8FAA-4DBC-8160-E785F202AEFE}" type="presOf" srcId="{2A620501-5697-4453-8D71-581206D9B9EA}" destId="{E248D3F9-40BB-4870-AC33-E1EF9C58E374}" srcOrd="0" destOrd="0" presId="urn:microsoft.com/office/officeart/2018/2/layout/IconCircleList"/>
    <dgm:cxn modelId="{2ABFEE2B-B0AF-4674-A167-253AEF7477A4}" type="presParOf" srcId="{7E03D119-3E82-4650-B216-A55A074E11AB}" destId="{F6DA269C-D986-4863-A8D6-3877943DE6A2}" srcOrd="0" destOrd="0" presId="urn:microsoft.com/office/officeart/2018/2/layout/IconCircleList"/>
    <dgm:cxn modelId="{0686B9DC-1B91-4963-BD4C-749255E1B809}" type="presParOf" srcId="{F6DA269C-D986-4863-A8D6-3877943DE6A2}" destId="{D95405BF-777E-4B95-8BD0-43B6C6BE8A4E}" srcOrd="0" destOrd="0" presId="urn:microsoft.com/office/officeart/2018/2/layout/IconCircleList"/>
    <dgm:cxn modelId="{9BD9972B-A8BB-495F-9429-06EB2D5B95EE}" type="presParOf" srcId="{D95405BF-777E-4B95-8BD0-43B6C6BE8A4E}" destId="{911B0AB3-8AD3-4648-BDEB-DDBBF1F8A8A9}" srcOrd="0" destOrd="0" presId="urn:microsoft.com/office/officeart/2018/2/layout/IconCircleList"/>
    <dgm:cxn modelId="{A92AC275-AE81-4753-9282-F46D4FC1926D}" type="presParOf" srcId="{D95405BF-777E-4B95-8BD0-43B6C6BE8A4E}" destId="{6AC43A19-AD0F-42FF-A444-948C0436885E}" srcOrd="1" destOrd="0" presId="urn:microsoft.com/office/officeart/2018/2/layout/IconCircleList"/>
    <dgm:cxn modelId="{AA5F166B-8F4B-4363-977B-1CC4820E909E}" type="presParOf" srcId="{D95405BF-777E-4B95-8BD0-43B6C6BE8A4E}" destId="{6BFD8328-F8B6-4016-B141-7ED8BC050AB5}" srcOrd="2" destOrd="0" presId="urn:microsoft.com/office/officeart/2018/2/layout/IconCircleList"/>
    <dgm:cxn modelId="{9E2740A8-59DD-43A5-A3E7-F384B4D7B9DE}" type="presParOf" srcId="{D95405BF-777E-4B95-8BD0-43B6C6BE8A4E}" destId="{4EE66FCE-6994-4DD7-8CF9-1654B23F1951}" srcOrd="3" destOrd="0" presId="urn:microsoft.com/office/officeart/2018/2/layout/IconCircleList"/>
    <dgm:cxn modelId="{8A7F96A1-8356-4B69-84AC-69CC37B60745}" type="presParOf" srcId="{F6DA269C-D986-4863-A8D6-3877943DE6A2}" destId="{7F5D1E2B-5A90-4F28-88A3-C9DF1E96F6AA}" srcOrd="1" destOrd="0" presId="urn:microsoft.com/office/officeart/2018/2/layout/IconCircleList"/>
    <dgm:cxn modelId="{D7214B58-B2F6-4C89-A622-9A3B8B905D20}" type="presParOf" srcId="{F6DA269C-D986-4863-A8D6-3877943DE6A2}" destId="{6B35BC4D-2170-41BA-9DED-EF343ADEEF34}" srcOrd="2" destOrd="0" presId="urn:microsoft.com/office/officeart/2018/2/layout/IconCircleList"/>
    <dgm:cxn modelId="{F8154BE6-478C-41FA-8416-F2ADE3792670}" type="presParOf" srcId="{6B35BC4D-2170-41BA-9DED-EF343ADEEF34}" destId="{8468A04E-B9CC-4D2C-865D-B8293AB4D2F4}" srcOrd="0" destOrd="0" presId="urn:microsoft.com/office/officeart/2018/2/layout/IconCircleList"/>
    <dgm:cxn modelId="{A26E2000-9EF1-466A-AD52-8D846BCAE120}" type="presParOf" srcId="{6B35BC4D-2170-41BA-9DED-EF343ADEEF34}" destId="{06E82F1C-9F3F-47D5-A269-D5BD31430C20}" srcOrd="1" destOrd="0" presId="urn:microsoft.com/office/officeart/2018/2/layout/IconCircleList"/>
    <dgm:cxn modelId="{F2F71E51-2C9E-4583-A0FB-A624B086646C}" type="presParOf" srcId="{6B35BC4D-2170-41BA-9DED-EF343ADEEF34}" destId="{C0DABC4E-CC53-4C3A-9289-EB44E988C7E2}" srcOrd="2" destOrd="0" presId="urn:microsoft.com/office/officeart/2018/2/layout/IconCircleList"/>
    <dgm:cxn modelId="{BAC974B8-B686-44AA-8180-8C431966B15D}" type="presParOf" srcId="{6B35BC4D-2170-41BA-9DED-EF343ADEEF34}" destId="{EEBF79A0-DE49-4B5E-B78A-6A9C6B8C46A1}" srcOrd="3" destOrd="0" presId="urn:microsoft.com/office/officeart/2018/2/layout/IconCircleList"/>
    <dgm:cxn modelId="{5FF2E090-63E2-49EE-976D-C1219CBA37AA}" type="presParOf" srcId="{F6DA269C-D986-4863-A8D6-3877943DE6A2}" destId="{9160F3F4-6EE9-4FE3-BF50-B111D443FB8E}" srcOrd="3" destOrd="0" presId="urn:microsoft.com/office/officeart/2018/2/layout/IconCircleList"/>
    <dgm:cxn modelId="{29268362-6393-4E42-B44C-361D52E540FE}" type="presParOf" srcId="{F6DA269C-D986-4863-A8D6-3877943DE6A2}" destId="{D1190EF3-34E8-4FD5-B69F-F8FBD7FE2C3B}" srcOrd="4" destOrd="0" presId="urn:microsoft.com/office/officeart/2018/2/layout/IconCircleList"/>
    <dgm:cxn modelId="{816C328B-6E4D-4B5B-BB17-33977D089A01}" type="presParOf" srcId="{D1190EF3-34E8-4FD5-B69F-F8FBD7FE2C3B}" destId="{996FC626-FA74-434B-AB20-A8EFADC98236}" srcOrd="0" destOrd="0" presId="urn:microsoft.com/office/officeart/2018/2/layout/IconCircleList"/>
    <dgm:cxn modelId="{D7D00D82-2FE5-4F7C-B70E-D0514D9A67F2}" type="presParOf" srcId="{D1190EF3-34E8-4FD5-B69F-F8FBD7FE2C3B}" destId="{68CD71D9-0EDE-4493-B70F-2B422B14D921}" srcOrd="1" destOrd="0" presId="urn:microsoft.com/office/officeart/2018/2/layout/IconCircleList"/>
    <dgm:cxn modelId="{0FE3A86A-8C60-4A82-AA94-176963B4D9FD}" type="presParOf" srcId="{D1190EF3-34E8-4FD5-B69F-F8FBD7FE2C3B}" destId="{BB544893-935F-4FC5-9089-6EC21F9B612D}" srcOrd="2" destOrd="0" presId="urn:microsoft.com/office/officeart/2018/2/layout/IconCircleList"/>
    <dgm:cxn modelId="{CB605101-5EDD-44D3-8026-870D6233D641}" type="presParOf" srcId="{D1190EF3-34E8-4FD5-B69F-F8FBD7FE2C3B}" destId="{34756196-3F95-4AD9-B7E4-5E9FA5CE0EE7}" srcOrd="3" destOrd="0" presId="urn:microsoft.com/office/officeart/2018/2/layout/IconCircleList"/>
    <dgm:cxn modelId="{4C7E1DAC-13AF-45F7-BFFC-E02CE137BD4C}" type="presParOf" srcId="{F6DA269C-D986-4863-A8D6-3877943DE6A2}" destId="{80EF71CF-FD8C-41E7-9244-3B95DA8FF72E}" srcOrd="5" destOrd="0" presId="urn:microsoft.com/office/officeart/2018/2/layout/IconCircleList"/>
    <dgm:cxn modelId="{8F4D51AA-91F8-4CA3-88BB-8AF1A087E802}" type="presParOf" srcId="{F6DA269C-D986-4863-A8D6-3877943DE6A2}" destId="{711780D4-76BC-42D5-99D9-C986BA04E1DF}" srcOrd="6" destOrd="0" presId="urn:microsoft.com/office/officeart/2018/2/layout/IconCircleList"/>
    <dgm:cxn modelId="{7F5B16AD-D722-471C-A1AC-8DE9776586EA}" type="presParOf" srcId="{711780D4-76BC-42D5-99D9-C986BA04E1DF}" destId="{A3180445-14AB-4DB7-A8E2-B04BA9B4570C}" srcOrd="0" destOrd="0" presId="urn:microsoft.com/office/officeart/2018/2/layout/IconCircleList"/>
    <dgm:cxn modelId="{0E202790-0707-406D-9142-C4924884943B}" type="presParOf" srcId="{711780D4-76BC-42D5-99D9-C986BA04E1DF}" destId="{049BC8E4-D6D6-46EF-9AAF-E0C277F39A13}" srcOrd="1" destOrd="0" presId="urn:microsoft.com/office/officeart/2018/2/layout/IconCircleList"/>
    <dgm:cxn modelId="{96D5021D-4657-440D-BDBF-5A6F16F56B3A}" type="presParOf" srcId="{711780D4-76BC-42D5-99D9-C986BA04E1DF}" destId="{76EDC1B2-077C-4310-8C7A-B9F666A2972B}" srcOrd="2" destOrd="0" presId="urn:microsoft.com/office/officeart/2018/2/layout/IconCircleList"/>
    <dgm:cxn modelId="{0B3D256F-2654-4D17-88F0-30FA8020F887}" type="presParOf" srcId="{711780D4-76BC-42D5-99D9-C986BA04E1DF}" destId="{97248D8A-55CE-4719-B489-E017C36F9F18}" srcOrd="3" destOrd="0" presId="urn:microsoft.com/office/officeart/2018/2/layout/IconCircleList"/>
    <dgm:cxn modelId="{A152C526-E413-4775-8FCF-7CE1142DAAB6}" type="presParOf" srcId="{F6DA269C-D986-4863-A8D6-3877943DE6A2}" destId="{D3BA6184-E4BB-44B7-B63C-F0434C434933}" srcOrd="7" destOrd="0" presId="urn:microsoft.com/office/officeart/2018/2/layout/IconCircleList"/>
    <dgm:cxn modelId="{AC05182E-509E-4B43-A03B-E67A34C6B8DF}" type="presParOf" srcId="{F6DA269C-D986-4863-A8D6-3877943DE6A2}" destId="{42DCD543-2FA9-4E1F-9D2D-02358B25EC51}" srcOrd="8" destOrd="0" presId="urn:microsoft.com/office/officeart/2018/2/layout/IconCircleList"/>
    <dgm:cxn modelId="{B55CE438-6CD6-4D74-AC9C-36F046F1563D}" type="presParOf" srcId="{42DCD543-2FA9-4E1F-9D2D-02358B25EC51}" destId="{C1FF7B81-2C29-4FDA-8A8F-2638DF3E0A80}" srcOrd="0" destOrd="0" presId="urn:microsoft.com/office/officeart/2018/2/layout/IconCircleList"/>
    <dgm:cxn modelId="{605835A6-B904-4DF9-8BA0-576D9F73C184}" type="presParOf" srcId="{42DCD543-2FA9-4E1F-9D2D-02358B25EC51}" destId="{B93E31C7-E4F2-48F3-AF13-4F6982B9014C}" srcOrd="1" destOrd="0" presId="urn:microsoft.com/office/officeart/2018/2/layout/IconCircleList"/>
    <dgm:cxn modelId="{818DC6C1-EC2C-487E-ABFC-E752BB6AE972}" type="presParOf" srcId="{42DCD543-2FA9-4E1F-9D2D-02358B25EC51}" destId="{C2425B1F-1ACD-4378-A666-0B32780E16C2}" srcOrd="2" destOrd="0" presId="urn:microsoft.com/office/officeart/2018/2/layout/IconCircleList"/>
    <dgm:cxn modelId="{5B20ADF7-EF9E-4B74-88FF-37695C0A7E10}" type="presParOf" srcId="{42DCD543-2FA9-4E1F-9D2D-02358B25EC51}" destId="{9ED1CDCB-29AB-4A59-AF31-DA08F5C2B326}" srcOrd="3" destOrd="0" presId="urn:microsoft.com/office/officeart/2018/2/layout/IconCircleList"/>
    <dgm:cxn modelId="{7FA6DEF9-BF06-438C-A3B6-DD7CF6C37877}" type="presParOf" srcId="{F6DA269C-D986-4863-A8D6-3877943DE6A2}" destId="{E248D3F9-40BB-4870-AC33-E1EF9C58E374}" srcOrd="9" destOrd="0" presId="urn:microsoft.com/office/officeart/2018/2/layout/IconCircleList"/>
    <dgm:cxn modelId="{A6644CF4-5469-4E58-94C5-2C2076EE51AA}" type="presParOf" srcId="{F6DA269C-D986-4863-A8D6-3877943DE6A2}" destId="{3DDC25D6-8A8E-4D0B-815D-8E32ACE4C18F}" srcOrd="10" destOrd="0" presId="urn:microsoft.com/office/officeart/2018/2/layout/IconCircleList"/>
    <dgm:cxn modelId="{D915D289-F082-4D19-A861-96472F35DA37}" type="presParOf" srcId="{3DDC25D6-8A8E-4D0B-815D-8E32ACE4C18F}" destId="{6677B4B2-A339-4778-B4DF-D69DD79F9C67}" srcOrd="0" destOrd="0" presId="urn:microsoft.com/office/officeart/2018/2/layout/IconCircleList"/>
    <dgm:cxn modelId="{1534B1A3-6430-451B-88E9-D819A19D5A72}" type="presParOf" srcId="{3DDC25D6-8A8E-4D0B-815D-8E32ACE4C18F}" destId="{2843082E-E9DF-4A64-AAC6-B69325076ACD}" srcOrd="1" destOrd="0" presId="urn:microsoft.com/office/officeart/2018/2/layout/IconCircleList"/>
    <dgm:cxn modelId="{1E425DE2-9188-4890-927B-99A1EC3E5C0A}" type="presParOf" srcId="{3DDC25D6-8A8E-4D0B-815D-8E32ACE4C18F}" destId="{C031D145-8F87-436B-A4C5-3694FAB6E6A6}" srcOrd="2" destOrd="0" presId="urn:microsoft.com/office/officeart/2018/2/layout/IconCircleList"/>
    <dgm:cxn modelId="{4FB4D815-9CA9-4B80-B7CD-C9B7ABACDC25}" type="presParOf" srcId="{3DDC25D6-8A8E-4D0B-815D-8E32ACE4C18F}" destId="{495366A4-47B7-4A66-B9D7-5BA8ACC5ABD3}"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21671B-D52D-4843-9E81-F9523F70ED57}">
      <dsp:nvSpPr>
        <dsp:cNvPr id="0" name=""/>
        <dsp:cNvSpPr/>
      </dsp:nvSpPr>
      <dsp:spPr>
        <a:xfrm>
          <a:off x="1333" y="283965"/>
          <a:ext cx="5202457" cy="312147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u="sng" kern="1200"/>
            <a:t>Functional requirements</a:t>
          </a:r>
          <a:endParaRPr lang="en-US" sz="2100" kern="1200"/>
        </a:p>
        <a:p>
          <a:pPr marL="171450" lvl="1" indent="-171450" algn="l" defTabSz="711200">
            <a:lnSpc>
              <a:spcPct val="90000"/>
            </a:lnSpc>
            <a:spcBef>
              <a:spcPct val="0"/>
            </a:spcBef>
            <a:spcAft>
              <a:spcPct val="15000"/>
            </a:spcAft>
            <a:buChar char="•"/>
          </a:pPr>
          <a:r>
            <a:rPr lang="en-US" sz="1600" kern="1200"/>
            <a:t>The system shall provide a method for purchasing a package </a:t>
          </a:r>
        </a:p>
        <a:p>
          <a:pPr marL="171450" lvl="1" indent="-171450" algn="l" defTabSz="711200">
            <a:lnSpc>
              <a:spcPct val="90000"/>
            </a:lnSpc>
            <a:spcBef>
              <a:spcPct val="0"/>
            </a:spcBef>
            <a:spcAft>
              <a:spcPct val="15000"/>
            </a:spcAft>
            <a:buChar char="•"/>
          </a:pPr>
          <a:r>
            <a:rPr lang="en-US" sz="1600" kern="1200"/>
            <a:t>The system shall have a role-based logon process</a:t>
          </a:r>
        </a:p>
        <a:p>
          <a:pPr marL="171450" lvl="1" indent="-171450" algn="l" defTabSz="711200">
            <a:lnSpc>
              <a:spcPct val="90000"/>
            </a:lnSpc>
            <a:spcBef>
              <a:spcPct val="0"/>
            </a:spcBef>
            <a:spcAft>
              <a:spcPct val="15000"/>
            </a:spcAft>
            <a:buChar char="•"/>
          </a:pPr>
          <a:r>
            <a:rPr lang="en-US" sz="1600" kern="1200"/>
            <a:t>The system will allow for the student to complete practice test online </a:t>
          </a:r>
        </a:p>
        <a:p>
          <a:pPr marL="171450" lvl="1" indent="-171450" algn="l" defTabSz="711200">
            <a:lnSpc>
              <a:spcPct val="90000"/>
            </a:lnSpc>
            <a:spcBef>
              <a:spcPct val="0"/>
            </a:spcBef>
            <a:spcAft>
              <a:spcPct val="15000"/>
            </a:spcAft>
            <a:buChar char="•"/>
          </a:pPr>
          <a:r>
            <a:rPr lang="en-US" sz="1600" kern="1200"/>
            <a:t>The system will allow students and staff to enroll students into the courses in the packages purchased </a:t>
          </a:r>
        </a:p>
        <a:p>
          <a:pPr marL="171450" lvl="1" indent="-171450" algn="l" defTabSz="711200">
            <a:lnSpc>
              <a:spcPct val="90000"/>
            </a:lnSpc>
            <a:spcBef>
              <a:spcPct val="0"/>
            </a:spcBef>
            <a:spcAft>
              <a:spcPct val="15000"/>
            </a:spcAft>
            <a:buChar char="•"/>
          </a:pPr>
          <a:r>
            <a:rPr lang="en-US" sz="1600" kern="1200"/>
            <a:t>To reduce admin backlog users will have an automated process to regain their account If credentials are forgotten</a:t>
          </a:r>
        </a:p>
      </dsp:txBody>
      <dsp:txXfrm>
        <a:off x="1333" y="283965"/>
        <a:ext cx="5202457" cy="3121474"/>
      </dsp:txXfrm>
    </dsp:sp>
    <dsp:sp modelId="{3973F5F7-591A-409E-AC81-50ED020B7958}">
      <dsp:nvSpPr>
        <dsp:cNvPr id="0" name=""/>
        <dsp:cNvSpPr/>
      </dsp:nvSpPr>
      <dsp:spPr>
        <a:xfrm>
          <a:off x="5724037" y="283965"/>
          <a:ext cx="5202457" cy="312147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u="sng" kern="1200"/>
            <a:t>Nonfunctional requirements </a:t>
          </a:r>
          <a:endParaRPr lang="en-US" sz="2100" kern="1200"/>
        </a:p>
        <a:p>
          <a:pPr marL="171450" lvl="1" indent="-171450" algn="l" defTabSz="711200">
            <a:lnSpc>
              <a:spcPct val="90000"/>
            </a:lnSpc>
            <a:spcBef>
              <a:spcPct val="0"/>
            </a:spcBef>
            <a:spcAft>
              <a:spcPct val="15000"/>
            </a:spcAft>
            <a:buChar char="•"/>
          </a:pPr>
          <a:r>
            <a:rPr lang="en-US" sz="1600" kern="1200"/>
            <a:t>The application will be web-based and cloud hosted</a:t>
          </a:r>
        </a:p>
        <a:p>
          <a:pPr marL="171450" lvl="1" indent="-171450" algn="l" defTabSz="711200">
            <a:lnSpc>
              <a:spcPct val="90000"/>
            </a:lnSpc>
            <a:spcBef>
              <a:spcPct val="0"/>
            </a:spcBef>
            <a:spcAft>
              <a:spcPct val="15000"/>
            </a:spcAft>
            <a:buChar char="•"/>
          </a:pPr>
          <a:r>
            <a:rPr lang="en-US" sz="1600" kern="1200"/>
            <a:t>The application will have https encryption for data transfers</a:t>
          </a:r>
        </a:p>
        <a:p>
          <a:pPr marL="171450" lvl="1" indent="-171450" algn="l" defTabSz="711200">
            <a:lnSpc>
              <a:spcPct val="90000"/>
            </a:lnSpc>
            <a:spcBef>
              <a:spcPct val="0"/>
            </a:spcBef>
            <a:spcAft>
              <a:spcPct val="15000"/>
            </a:spcAft>
            <a:buChar char="•"/>
          </a:pPr>
          <a:r>
            <a:rPr lang="en-US" sz="1600" kern="1200"/>
            <a:t>The system will host multiple users simultaneously </a:t>
          </a:r>
        </a:p>
        <a:p>
          <a:pPr marL="171450" lvl="1" indent="-171450" algn="l" defTabSz="711200">
            <a:lnSpc>
              <a:spcPct val="90000"/>
            </a:lnSpc>
            <a:spcBef>
              <a:spcPct val="0"/>
            </a:spcBef>
            <a:spcAft>
              <a:spcPct val="15000"/>
            </a:spcAft>
            <a:buChar char="•"/>
          </a:pPr>
          <a:r>
            <a:rPr lang="en-US" sz="1600" kern="1200"/>
            <a:t>No data changes will be allowed offline </a:t>
          </a:r>
        </a:p>
        <a:p>
          <a:pPr marL="171450" lvl="1" indent="-171450" algn="l" defTabSz="711200">
            <a:lnSpc>
              <a:spcPct val="90000"/>
            </a:lnSpc>
            <a:spcBef>
              <a:spcPct val="0"/>
            </a:spcBef>
            <a:spcAft>
              <a:spcPct val="15000"/>
            </a:spcAft>
            <a:buChar char="•"/>
          </a:pPr>
          <a:r>
            <a:rPr lang="en-US" sz="1600" kern="1200"/>
            <a:t>All changes will be tracked for the admin to generate a report </a:t>
          </a:r>
        </a:p>
      </dsp:txBody>
      <dsp:txXfrm>
        <a:off x="5724037" y="283965"/>
        <a:ext cx="5202457" cy="31214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1B0AB3-8AD3-4648-BDEB-DDBBF1F8A8A9}">
      <dsp:nvSpPr>
        <dsp:cNvPr id="0" name=""/>
        <dsp:cNvSpPr/>
      </dsp:nvSpPr>
      <dsp:spPr>
        <a:xfrm>
          <a:off x="205509" y="619429"/>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C43A19-AD0F-42FF-A444-948C0436885E}">
      <dsp:nvSpPr>
        <dsp:cNvPr id="0" name=""/>
        <dsp:cNvSpPr/>
      </dsp:nvSpPr>
      <dsp:spPr>
        <a:xfrm>
          <a:off x="396960" y="810880"/>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E66FCE-6994-4DD7-8CF9-1654B23F1951}">
      <dsp:nvSpPr>
        <dsp:cNvPr id="0" name=""/>
        <dsp:cNvSpPr/>
      </dsp:nvSpPr>
      <dsp:spPr>
        <a:xfrm>
          <a:off x="1312541"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Data will be encrypted using https transfers</a:t>
          </a:r>
        </a:p>
      </dsp:txBody>
      <dsp:txXfrm>
        <a:off x="1312541" y="619429"/>
        <a:ext cx="2148945" cy="911674"/>
      </dsp:txXfrm>
    </dsp:sp>
    <dsp:sp modelId="{8468A04E-B9CC-4D2C-865D-B8293AB4D2F4}">
      <dsp:nvSpPr>
        <dsp:cNvPr id="0" name=""/>
        <dsp:cNvSpPr/>
      </dsp:nvSpPr>
      <dsp:spPr>
        <a:xfrm>
          <a:off x="3835925" y="619429"/>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E82F1C-9F3F-47D5-A269-D5BD31430C20}">
      <dsp:nvSpPr>
        <dsp:cNvPr id="0" name=""/>
        <dsp:cNvSpPr/>
      </dsp:nvSpPr>
      <dsp:spPr>
        <a:xfrm>
          <a:off x="4027376" y="810880"/>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BF79A0-DE49-4B5E-B78A-6A9C6B8C46A1}">
      <dsp:nvSpPr>
        <dsp:cNvPr id="0" name=""/>
        <dsp:cNvSpPr/>
      </dsp:nvSpPr>
      <dsp:spPr>
        <a:xfrm>
          <a:off x="4942957"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Cloud based data storage enables secure storage of data </a:t>
          </a:r>
        </a:p>
      </dsp:txBody>
      <dsp:txXfrm>
        <a:off x="4942957" y="619429"/>
        <a:ext cx="2148945" cy="911674"/>
      </dsp:txXfrm>
    </dsp:sp>
    <dsp:sp modelId="{996FC626-FA74-434B-AB20-A8EFADC98236}">
      <dsp:nvSpPr>
        <dsp:cNvPr id="0" name=""/>
        <dsp:cNvSpPr/>
      </dsp:nvSpPr>
      <dsp:spPr>
        <a:xfrm>
          <a:off x="7466341" y="619429"/>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D71D9-0EDE-4493-B70F-2B422B14D921}">
      <dsp:nvSpPr>
        <dsp:cNvPr id="0" name=""/>
        <dsp:cNvSpPr/>
      </dsp:nvSpPr>
      <dsp:spPr>
        <a:xfrm>
          <a:off x="7657792" y="810880"/>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756196-3F95-4AD9-B7E4-5E9FA5CE0EE7}">
      <dsp:nvSpPr>
        <dsp:cNvPr id="0" name=""/>
        <dsp:cNvSpPr/>
      </dsp:nvSpPr>
      <dsp:spPr>
        <a:xfrm>
          <a:off x="8573374"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Role based access control inhibits users from accessing unauthorized data</a:t>
          </a:r>
        </a:p>
      </dsp:txBody>
      <dsp:txXfrm>
        <a:off x="8573374" y="619429"/>
        <a:ext cx="2148945" cy="911674"/>
      </dsp:txXfrm>
    </dsp:sp>
    <dsp:sp modelId="{A3180445-14AB-4DB7-A8E2-B04BA9B4570C}">
      <dsp:nvSpPr>
        <dsp:cNvPr id="0" name=""/>
        <dsp:cNvSpPr/>
      </dsp:nvSpPr>
      <dsp:spPr>
        <a:xfrm>
          <a:off x="205509" y="2158301"/>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9BC8E4-D6D6-46EF-9AAF-E0C277F39A13}">
      <dsp:nvSpPr>
        <dsp:cNvPr id="0" name=""/>
        <dsp:cNvSpPr/>
      </dsp:nvSpPr>
      <dsp:spPr>
        <a:xfrm>
          <a:off x="396960" y="2349753"/>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248D8A-55CE-4719-B489-E017C36F9F18}">
      <dsp:nvSpPr>
        <dsp:cNvPr id="0" name=""/>
        <dsp:cNvSpPr/>
      </dsp:nvSpPr>
      <dsp:spPr>
        <a:xfrm>
          <a:off x="1312541"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Payments will be handled by third party who will handle security of users payment information</a:t>
          </a:r>
        </a:p>
      </dsp:txBody>
      <dsp:txXfrm>
        <a:off x="1312541" y="2158301"/>
        <a:ext cx="2148945" cy="911674"/>
      </dsp:txXfrm>
    </dsp:sp>
    <dsp:sp modelId="{C1FF7B81-2C29-4FDA-8A8F-2638DF3E0A80}">
      <dsp:nvSpPr>
        <dsp:cNvPr id="0" name=""/>
        <dsp:cNvSpPr/>
      </dsp:nvSpPr>
      <dsp:spPr>
        <a:xfrm>
          <a:off x="3835925" y="2158301"/>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3E31C7-E4F2-48F3-AF13-4F6982B9014C}">
      <dsp:nvSpPr>
        <dsp:cNvPr id="0" name=""/>
        <dsp:cNvSpPr/>
      </dsp:nvSpPr>
      <dsp:spPr>
        <a:xfrm>
          <a:off x="4027376" y="2349753"/>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D1CDCB-29AB-4A59-AF31-DA08F5C2B326}">
      <dsp:nvSpPr>
        <dsp:cNvPr id="0" name=""/>
        <dsp:cNvSpPr/>
      </dsp:nvSpPr>
      <dsp:spPr>
        <a:xfrm>
          <a:off x="4942957"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Key pairs will be used to encrypt system data</a:t>
          </a:r>
        </a:p>
      </dsp:txBody>
      <dsp:txXfrm>
        <a:off x="4942957" y="2158301"/>
        <a:ext cx="2148945" cy="911674"/>
      </dsp:txXfrm>
    </dsp:sp>
    <dsp:sp modelId="{6677B4B2-A339-4778-B4DF-D69DD79F9C67}">
      <dsp:nvSpPr>
        <dsp:cNvPr id="0" name=""/>
        <dsp:cNvSpPr/>
      </dsp:nvSpPr>
      <dsp:spPr>
        <a:xfrm>
          <a:off x="7466341" y="2158301"/>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3082E-E9DF-4A64-AAC6-B69325076ACD}">
      <dsp:nvSpPr>
        <dsp:cNvPr id="0" name=""/>
        <dsp:cNvSpPr/>
      </dsp:nvSpPr>
      <dsp:spPr>
        <a:xfrm>
          <a:off x="7657792" y="2349753"/>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5366A4-47B7-4A66-B9D7-5BA8ACC5ABD3}">
      <dsp:nvSpPr>
        <dsp:cNvPr id="0" name=""/>
        <dsp:cNvSpPr/>
      </dsp:nvSpPr>
      <dsp:spPr>
        <a:xfrm>
          <a:off x="8573374"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Rate limiting will reduce vulnerability to brute force attacks </a:t>
          </a:r>
        </a:p>
      </dsp:txBody>
      <dsp:txXfrm>
        <a:off x="8573374" y="2158301"/>
        <a:ext cx="2148945" cy="91167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requirements such as purchasing a package, logging on, completing practice test, enrolling in course times, and </a:t>
            </a:r>
            <a:r>
              <a:rPr lang="en-US" dirty="0" err="1"/>
              <a:t>resseting</a:t>
            </a:r>
            <a:r>
              <a:rPr lang="en-US" dirty="0"/>
              <a:t> account info were requested by the </a:t>
            </a:r>
            <a:r>
              <a:rPr lang="en-US" dirty="0" err="1"/>
              <a:t>DriverPass</a:t>
            </a:r>
            <a:r>
              <a:rPr lang="en-US" dirty="0"/>
              <a:t> team. These are the desired functions of the application. While the nonfunctional requirements allow the application to be sustainable, scalable, secure, and reduce overhead cost. </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Driver, </a:t>
            </a:r>
            <a:r>
              <a:rPr lang="en-US" dirty="0" err="1"/>
              <a:t>Dmv</a:t>
            </a:r>
            <a:r>
              <a:rPr lang="en-US" dirty="0"/>
              <a:t>, Developer, Admin, Secretary, IT, and the payment Processor are the actors of the </a:t>
            </a:r>
            <a:r>
              <a:rPr lang="en-US" dirty="0" err="1"/>
              <a:t>DriverPass</a:t>
            </a:r>
            <a:r>
              <a:rPr lang="en-US" dirty="0"/>
              <a:t> system. The main use cases of the application include purchasing packages and registering. While other use cases such as adding information or completing a transaction support these use cases.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demonstrates the sequence in which the user will purchase a package. The user will begin logging in then proceed to select which package is wanted adding it into their cart. Once the user has the packages wanted they will check out. If the payment info is valid and funds are sufficient the receipt is generated and the payment is processed by the third party. This then prompts the user to proceed to the next use case which is registering for the package bought.</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F7C99-A3C4-6627-FDF0-7D2112119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259F9-D8D5-7294-1D68-8E0F301CC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A52A6-24FE-AFC4-15E9-F0ADD3EC2D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represents the order and information exchange during the process of purchasing a package using the </a:t>
            </a:r>
            <a:r>
              <a:rPr lang="en-US" dirty="0" err="1"/>
              <a:t>DriverPass</a:t>
            </a:r>
            <a:r>
              <a:rPr lang="en-US" dirty="0"/>
              <a:t> system. The package is added into the cart through the user selecting the package from the website then the website adds it into the users cart. The cart returns the price and the user proceeds to checkout with the website. The total is given to the user and payment information is sent to the processor in which the notifies the system once successful. The system then generates the customer their receipt.</a:t>
            </a:r>
          </a:p>
        </p:txBody>
      </p:sp>
      <p:sp>
        <p:nvSpPr>
          <p:cNvPr id="4" name="Slide Number Placeholder 3">
            <a:extLst>
              <a:ext uri="{FF2B5EF4-FFF2-40B4-BE49-F238E27FC236}">
                <a16:creationId xmlns:a16="http://schemas.microsoft.com/office/drawing/2014/main" id="{9D4EC5D9-9FB3-52CB-010D-AAD84B0E31C6}"/>
              </a:ext>
            </a:extLst>
          </p:cNvPr>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1300385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a:t>
            </a:r>
            <a:r>
              <a:rPr lang="en-US" dirty="0" err="1"/>
              <a:t>Uml</a:t>
            </a:r>
            <a:r>
              <a:rPr lang="en-US" dirty="0"/>
              <a:t> represents the entities and design of the system and their attributes. The functions of the attributes will be added in development. As demonstrated here in the UML the Users all have login attributes. While entities like student and driver gain specific attributes such as name, info, etc.</a:t>
            </a:r>
          </a:p>
        </p:txBody>
      </p:sp>
      <p:sp>
        <p:nvSpPr>
          <p:cNvPr id="4" name="Slide Number Placeholder 3"/>
          <p:cNvSpPr>
            <a:spLocks noGrp="1"/>
          </p:cNvSpPr>
          <p:nvPr>
            <p:ph type="sldNum" sz="quarter" idx="5"/>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438120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security will come from the outside. Data will be hosted by a cloud vendor and the application will rely on their security. The users will be given permission as to which activities they can perform. Payments will be handled by an outside vendor. Again most security is outsourced to fit the business time frame and reduce overhead. </a:t>
            </a:r>
          </a:p>
        </p:txBody>
      </p:sp>
      <p:sp>
        <p:nvSpPr>
          <p:cNvPr id="4" name="Slide Number Placeholder 3"/>
          <p:cNvSpPr>
            <a:spLocks noGrp="1"/>
          </p:cNvSpPr>
          <p:nvPr>
            <p:ph type="sldNum" sz="quarter" idx="10"/>
          </p:nvPr>
        </p:nvSpPr>
        <p:spPr/>
        <p:txBody>
          <a:bodyPr/>
          <a:lstStyle/>
          <a:p>
            <a:fld id="{E0746DE6-3336-457D-A091-FA20AC1C536E}" type="slidenum">
              <a:rPr lang="en-US" smtClean="0"/>
              <a:t>7</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limitations are built into the system design. A web hosted application is dependent on the users and their devices. Reducing the overhead for hosting, data storage, and payments make the application limited and reliant upon these third parties. Package changed require technical knowledge and are limited to developers.</a:t>
            </a:r>
          </a:p>
        </p:txBody>
      </p:sp>
      <p:sp>
        <p:nvSpPr>
          <p:cNvPr id="4" name="Slide Number Placeholder 3"/>
          <p:cNvSpPr>
            <a:spLocks noGrp="1"/>
          </p:cNvSpPr>
          <p:nvPr>
            <p:ph type="sldNum" sz="quarter" idx="10"/>
          </p:nvPr>
        </p:nvSpPr>
        <p:spPr/>
        <p:txBody>
          <a:bodyPr/>
          <a:lstStyle/>
          <a:p>
            <a:fld id="{E0746DE6-3336-457D-A091-FA20AC1C536E}" type="slidenum">
              <a:rPr lang="en-US" smtClean="0"/>
              <a:t>8</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2026693" y="1030406"/>
            <a:ext cx="8147713" cy="3081242"/>
          </a:xfrm>
        </p:spPr>
        <p:txBody>
          <a:bodyPr anchor="ctr">
            <a:normAutofit/>
          </a:bodyPr>
          <a:lstStyle/>
          <a:p>
            <a:r>
              <a:rPr lang="en-US" sz="4800">
                <a:solidFill>
                  <a:srgbClr val="FFFFFF"/>
                </a:solidFill>
              </a:rPr>
              <a:t>DriverPass</a:t>
            </a:r>
            <a:br>
              <a:rPr lang="en-US" sz="4800">
                <a:solidFill>
                  <a:srgbClr val="FFFFFF"/>
                </a:solidFill>
              </a:rPr>
            </a:br>
            <a:r>
              <a:rPr lang="en-US" sz="4800">
                <a:solidFill>
                  <a:srgbClr val="FFFFFF"/>
                </a:solidFill>
              </a:rPr>
              <a:t>System Analysis</a:t>
            </a:r>
          </a:p>
        </p:txBody>
      </p:sp>
      <p:sp>
        <p:nvSpPr>
          <p:cNvPr id="3" name="Content Placeholder 2"/>
          <p:cNvSpPr>
            <a:spLocks noGrp="1"/>
          </p:cNvSpPr>
          <p:nvPr>
            <p:ph type="subTitle" idx="1"/>
          </p:nvPr>
        </p:nvSpPr>
        <p:spPr>
          <a:xfrm>
            <a:off x="1559943" y="5171093"/>
            <a:ext cx="9078628" cy="860620"/>
          </a:xfrm>
        </p:spPr>
        <p:txBody>
          <a:bodyPr anchor="ctr">
            <a:normAutofit/>
          </a:bodyPr>
          <a:lstStyle/>
          <a:p>
            <a:r>
              <a:rPr lang="en-US" dirty="0">
                <a:solidFill>
                  <a:srgbClr val="FFFFFF"/>
                </a:solidFill>
              </a:rPr>
              <a:t>Isaiah Bryant</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System Requirements</a:t>
            </a:r>
          </a:p>
        </p:txBody>
      </p:sp>
      <p:graphicFrame>
        <p:nvGraphicFramePr>
          <p:cNvPr id="15" name="Content Placeholder 2">
            <a:extLst>
              <a:ext uri="{FF2B5EF4-FFF2-40B4-BE49-F238E27FC236}">
                <a16:creationId xmlns:a16="http://schemas.microsoft.com/office/drawing/2014/main" id="{4BEE2001-4079-6D28-1556-CCBBA7F781C4}"/>
              </a:ext>
            </a:extLst>
          </p:cNvPr>
          <p:cNvGraphicFramePr>
            <a:graphicFrameLocks noGrp="1"/>
          </p:cNvGraphicFramePr>
          <p:nvPr>
            <p:ph idx="1"/>
            <p:extLst>
              <p:ext uri="{D42A27DB-BD31-4B8C-83A1-F6EECF244321}">
                <p14:modId xmlns:p14="http://schemas.microsoft.com/office/powerpoint/2010/main" val="208267822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lowchart: Document 17">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Use Case Diagram</a:t>
            </a:r>
          </a:p>
        </p:txBody>
      </p:sp>
      <p:pic>
        <p:nvPicPr>
          <p:cNvPr id="5" name="Content Placeholder 4">
            <a:extLst>
              <a:ext uri="{FF2B5EF4-FFF2-40B4-BE49-F238E27FC236}">
                <a16:creationId xmlns:a16="http://schemas.microsoft.com/office/drawing/2014/main" id="{D1757F58-0C23-998F-D0E1-96B1C72B0D90}"/>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207933" y="821112"/>
            <a:ext cx="7347537" cy="5216751"/>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E4CE3FB8-37C1-7864-3E43-AB283944E081}"/>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722188" y="155863"/>
            <a:ext cx="3450511" cy="6535881"/>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99F85D-E594-8C04-FB3D-683145E0D891}"/>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AA12212-802C-133D-7463-57EC476F66F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Sequence </a:t>
            </a:r>
            <a:br>
              <a:rPr lang="en-US" sz="4000" kern="1200">
                <a:solidFill>
                  <a:srgbClr val="FFFFFF"/>
                </a:solidFill>
                <a:latin typeface="+mj-lt"/>
                <a:ea typeface="+mj-ea"/>
                <a:cs typeface="+mj-cs"/>
              </a:rPr>
            </a:br>
            <a:r>
              <a:rPr lang="en-US" sz="4000" kern="1200">
                <a:solidFill>
                  <a:srgbClr val="FFFFFF"/>
                </a:solidFill>
                <a:latin typeface="+mj-lt"/>
                <a:ea typeface="+mj-ea"/>
                <a:cs typeface="+mj-cs"/>
              </a:rPr>
              <a:t>Diagram</a:t>
            </a:r>
          </a:p>
        </p:txBody>
      </p:sp>
      <p:pic>
        <p:nvPicPr>
          <p:cNvPr id="7" name="Content Placeholder 6">
            <a:extLst>
              <a:ext uri="{FF2B5EF4-FFF2-40B4-BE49-F238E27FC236}">
                <a16:creationId xmlns:a16="http://schemas.microsoft.com/office/drawing/2014/main" id="{B479F43D-789D-8AD8-0368-BE0693A3E3C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346677" y="467208"/>
            <a:ext cx="7185281" cy="5923584"/>
          </a:xfrm>
          <a:prstGeom prst="rect">
            <a:avLst/>
          </a:prstGeom>
        </p:spPr>
      </p:pic>
    </p:spTree>
    <p:custDataLst>
      <p:tags r:id="rId1"/>
    </p:custDataLst>
    <p:extLst>
      <p:ext uri="{BB962C8B-B14F-4D97-AF65-F5344CB8AC3E}">
        <p14:creationId xmlns:p14="http://schemas.microsoft.com/office/powerpoint/2010/main" val="61776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7B2AD4-92D3-5065-8198-3B0D5402CFA3}"/>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Entities of the system and only attributes</a:t>
            </a:r>
          </a:p>
        </p:txBody>
      </p:sp>
      <p:pic>
        <p:nvPicPr>
          <p:cNvPr id="5" name="Content Placeholder 4">
            <a:extLst>
              <a:ext uri="{FF2B5EF4-FFF2-40B4-BE49-F238E27FC236}">
                <a16:creationId xmlns:a16="http://schemas.microsoft.com/office/drawing/2014/main" id="{75E26272-2E3E-CDEE-AC33-0E0837DE00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0492" y="1776845"/>
            <a:ext cx="10370126" cy="4225493"/>
          </a:xfrm>
          <a:prstGeom prst="rect">
            <a:avLst/>
          </a:prstGeom>
        </p:spPr>
      </p:pic>
    </p:spTree>
    <p:extLst>
      <p:ext uri="{BB962C8B-B14F-4D97-AF65-F5344CB8AC3E}">
        <p14:creationId xmlns:p14="http://schemas.microsoft.com/office/powerpoint/2010/main" val="1898079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Security</a:t>
            </a:r>
          </a:p>
        </p:txBody>
      </p:sp>
      <p:graphicFrame>
        <p:nvGraphicFramePr>
          <p:cNvPr id="15" name="Content Placeholder 2">
            <a:extLst>
              <a:ext uri="{FF2B5EF4-FFF2-40B4-BE49-F238E27FC236}">
                <a16:creationId xmlns:a16="http://schemas.microsoft.com/office/drawing/2014/main" id="{3224CCB9-9A84-A358-B748-DD7A9237900C}"/>
              </a:ext>
            </a:extLst>
          </p:cNvPr>
          <p:cNvGraphicFramePr>
            <a:graphicFrameLocks noGrp="1"/>
          </p:cNvGraphicFramePr>
          <p:nvPr>
            <p:ph idx="1"/>
            <p:extLst>
              <p:ext uri="{D42A27DB-BD31-4B8C-83A1-F6EECF244321}">
                <p14:modId xmlns:p14="http://schemas.microsoft.com/office/powerpoint/2010/main" val="280738803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6843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User device is current enough to run web based applications </a:t>
            </a:r>
          </a:p>
          <a:p>
            <a:r>
              <a:rPr lang="en-US" sz="2400" dirty="0">
                <a:solidFill>
                  <a:srgbClr val="000000"/>
                </a:solidFill>
              </a:rPr>
              <a:t>Internet connection maintained to support the online functionality</a:t>
            </a:r>
          </a:p>
          <a:p>
            <a:r>
              <a:rPr lang="en-US" sz="2400" dirty="0">
                <a:solidFill>
                  <a:srgbClr val="000000"/>
                </a:solidFill>
              </a:rPr>
              <a:t>Native based mobile applications </a:t>
            </a:r>
          </a:p>
          <a:p>
            <a:r>
              <a:rPr lang="en-US" sz="2400" dirty="0">
                <a:solidFill>
                  <a:srgbClr val="000000"/>
                </a:solidFill>
              </a:rPr>
              <a:t>Changes to packages must be performed by a developer </a:t>
            </a:r>
          </a:p>
          <a:p>
            <a:r>
              <a:rPr lang="en-US" sz="2400" dirty="0">
                <a:solidFill>
                  <a:srgbClr val="000000"/>
                </a:solidFill>
              </a:rPr>
              <a:t>Third party dependent for data storage, web host, and transaction processing</a:t>
            </a:r>
          </a:p>
          <a:p>
            <a:r>
              <a:rPr lang="en-US" sz="2400" dirty="0">
                <a:solidFill>
                  <a:srgbClr val="000000"/>
                </a:solidFill>
              </a:rPr>
              <a:t>Scalable to support student onboarding</a:t>
            </a:r>
          </a:p>
          <a:p>
            <a:r>
              <a:rPr lang="en-US" sz="2400" dirty="0">
                <a:solidFill>
                  <a:srgbClr val="000000"/>
                </a:solidFill>
              </a:rPr>
              <a:t>System is beginning with 10 drivers</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1580</TotalTime>
  <Words>745</Words>
  <Application>Microsoft Office PowerPoint</Application>
  <PresentationFormat>Widescreen</PresentationFormat>
  <Paragraphs>50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DriverPass System Analysis</vt:lpstr>
      <vt:lpstr>System Requirements</vt:lpstr>
      <vt:lpstr>Use Case Diagram</vt:lpstr>
      <vt:lpstr>Activity Diagram</vt:lpstr>
      <vt:lpstr>Sequence  Diagram</vt:lpstr>
      <vt:lpstr>Entities of the system and only attributes</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Isaiah Bryant</cp:lastModifiedBy>
  <cp:revision>21</cp:revision>
  <dcterms:created xsi:type="dcterms:W3CDTF">2019-10-14T02:36:52Z</dcterms:created>
  <dcterms:modified xsi:type="dcterms:W3CDTF">2026-06-22T04:08:07Z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